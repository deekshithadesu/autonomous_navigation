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4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75" d="100"/>
          <a:sy n="75" d="100"/>
        </p:scale>
        <p:origin x="-123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46FFFC-B6C0-45BE-8349-AD6588ED43E9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CB77C3-3961-41E5-B942-0EEE55C345F2}">
      <dgm:prSet phldrT="[Text]"/>
      <dgm:spPr/>
      <dgm:t>
        <a:bodyPr/>
        <a:lstStyle/>
        <a:p>
          <a:r>
            <a:rPr lang="en-US" dirty="0" smtClean="0"/>
            <a:t>Mapping</a:t>
          </a:r>
          <a:endParaRPr lang="en-US" dirty="0"/>
        </a:p>
      </dgm:t>
    </dgm:pt>
    <dgm:pt modelId="{46794BF5-1633-426B-A394-2A99FA6236FF}" type="parTrans" cxnId="{5E75EDF8-B4A5-4CC5-935F-E1DA93592960}">
      <dgm:prSet/>
      <dgm:spPr/>
      <dgm:t>
        <a:bodyPr/>
        <a:lstStyle/>
        <a:p>
          <a:endParaRPr lang="en-US"/>
        </a:p>
      </dgm:t>
    </dgm:pt>
    <dgm:pt modelId="{8E4239AE-7F85-4541-B451-FAC78F63313B}" type="sibTrans" cxnId="{5E75EDF8-B4A5-4CC5-935F-E1DA93592960}">
      <dgm:prSet/>
      <dgm:spPr/>
      <dgm:t>
        <a:bodyPr/>
        <a:lstStyle/>
        <a:p>
          <a:endParaRPr lang="en-US"/>
        </a:p>
      </dgm:t>
    </dgm:pt>
    <dgm:pt modelId="{9282C2C4-DB56-4F5C-804D-75B21B9DE673}">
      <dgm:prSet phldrT="[Text]"/>
      <dgm:spPr/>
      <dgm:t>
        <a:bodyPr/>
        <a:lstStyle/>
        <a:p>
          <a:r>
            <a:rPr lang="en-US" dirty="0" smtClean="0"/>
            <a:t>Creating a map of the </a:t>
          </a:r>
          <a:r>
            <a:rPr lang="en-US" dirty="0" err="1" smtClean="0"/>
            <a:t>surronding</a:t>
          </a:r>
          <a:r>
            <a:rPr lang="en-US" dirty="0" smtClean="0"/>
            <a:t> environment using LIDAR</a:t>
          </a:r>
          <a:endParaRPr lang="en-US" dirty="0"/>
        </a:p>
      </dgm:t>
    </dgm:pt>
    <dgm:pt modelId="{1EB891EC-F5CC-4AB5-A967-F7D89BA2DBD1}" type="parTrans" cxnId="{C5BAA2B7-62F0-45C8-BDF5-286E6F0F1EC9}">
      <dgm:prSet/>
      <dgm:spPr/>
      <dgm:t>
        <a:bodyPr/>
        <a:lstStyle/>
        <a:p>
          <a:endParaRPr lang="en-US"/>
        </a:p>
      </dgm:t>
    </dgm:pt>
    <dgm:pt modelId="{EF9CC03B-CA98-4E70-98B0-9E423A5F3223}" type="sibTrans" cxnId="{C5BAA2B7-62F0-45C8-BDF5-286E6F0F1EC9}">
      <dgm:prSet/>
      <dgm:spPr/>
      <dgm:t>
        <a:bodyPr/>
        <a:lstStyle/>
        <a:p>
          <a:endParaRPr lang="en-US"/>
        </a:p>
      </dgm:t>
    </dgm:pt>
    <dgm:pt modelId="{4A0032D8-08A3-4070-A4A4-143C2A72A4A8}">
      <dgm:prSet phldrT="[Text]"/>
      <dgm:spPr/>
      <dgm:t>
        <a:bodyPr/>
        <a:lstStyle/>
        <a:p>
          <a:r>
            <a:rPr lang="en-US" dirty="0" smtClean="0"/>
            <a:t>Localization</a:t>
          </a:r>
          <a:endParaRPr lang="en-US" dirty="0"/>
        </a:p>
      </dgm:t>
    </dgm:pt>
    <dgm:pt modelId="{9CA4738E-103C-41BD-809F-6FB95F916D72}" type="parTrans" cxnId="{00425B89-E634-4A4A-A2B4-E6ED1A6247C2}">
      <dgm:prSet/>
      <dgm:spPr/>
      <dgm:t>
        <a:bodyPr/>
        <a:lstStyle/>
        <a:p>
          <a:endParaRPr lang="en-US"/>
        </a:p>
      </dgm:t>
    </dgm:pt>
    <dgm:pt modelId="{51AAB9DA-2F73-4671-9E49-26FDE21394E2}" type="sibTrans" cxnId="{00425B89-E634-4A4A-A2B4-E6ED1A6247C2}">
      <dgm:prSet/>
      <dgm:spPr/>
      <dgm:t>
        <a:bodyPr/>
        <a:lstStyle/>
        <a:p>
          <a:endParaRPr lang="en-US"/>
        </a:p>
      </dgm:t>
    </dgm:pt>
    <dgm:pt modelId="{363A3FDE-08DA-44E3-A1A5-8FB2337C2B8D}">
      <dgm:prSet phldrT="[Text]"/>
      <dgm:spPr/>
      <dgm:t>
        <a:bodyPr/>
        <a:lstStyle/>
        <a:p>
          <a:r>
            <a:rPr lang="en-US" dirty="0" smtClean="0"/>
            <a:t>Determining the robot’s current position and orientation</a:t>
          </a:r>
          <a:endParaRPr lang="en-US" dirty="0"/>
        </a:p>
      </dgm:t>
    </dgm:pt>
    <dgm:pt modelId="{392AFF5E-89B9-4CCB-A625-B5837818461B}" type="parTrans" cxnId="{2467F632-DDE0-4677-B844-F18586E1AFDA}">
      <dgm:prSet/>
      <dgm:spPr/>
      <dgm:t>
        <a:bodyPr/>
        <a:lstStyle/>
        <a:p>
          <a:endParaRPr lang="en-US"/>
        </a:p>
      </dgm:t>
    </dgm:pt>
    <dgm:pt modelId="{04455374-774D-4F4F-B439-70E66B6933DE}" type="sibTrans" cxnId="{2467F632-DDE0-4677-B844-F18586E1AFDA}">
      <dgm:prSet/>
      <dgm:spPr/>
      <dgm:t>
        <a:bodyPr/>
        <a:lstStyle/>
        <a:p>
          <a:endParaRPr lang="en-US"/>
        </a:p>
      </dgm:t>
    </dgm:pt>
    <dgm:pt modelId="{F924EEAC-76D6-4484-B8CD-854F2C57C82E}">
      <dgm:prSet phldrT="[Text]"/>
      <dgm:spPr/>
      <dgm:t>
        <a:bodyPr/>
        <a:lstStyle/>
        <a:p>
          <a:r>
            <a:rPr lang="en-US" dirty="0" smtClean="0"/>
            <a:t>Navigation</a:t>
          </a:r>
          <a:endParaRPr lang="en-US" dirty="0"/>
        </a:p>
      </dgm:t>
    </dgm:pt>
    <dgm:pt modelId="{700994DF-07B5-427D-9E62-92E3F689E80A}" type="parTrans" cxnId="{4BAC7B53-54AC-4E6B-8FD6-915B46C0ABE1}">
      <dgm:prSet/>
      <dgm:spPr/>
      <dgm:t>
        <a:bodyPr/>
        <a:lstStyle/>
        <a:p>
          <a:endParaRPr lang="en-US"/>
        </a:p>
      </dgm:t>
    </dgm:pt>
    <dgm:pt modelId="{B8A2D45F-73A4-48ED-B429-9824CD54032F}" type="sibTrans" cxnId="{4BAC7B53-54AC-4E6B-8FD6-915B46C0ABE1}">
      <dgm:prSet/>
      <dgm:spPr/>
      <dgm:t>
        <a:bodyPr/>
        <a:lstStyle/>
        <a:p>
          <a:endParaRPr lang="en-US"/>
        </a:p>
      </dgm:t>
    </dgm:pt>
    <dgm:pt modelId="{F4172F65-1B25-4FB0-961A-DA0EF3072A7D}">
      <dgm:prSet phldrT="[Text]"/>
      <dgm:spPr/>
      <dgm:t>
        <a:bodyPr/>
        <a:lstStyle/>
        <a:p>
          <a:r>
            <a:rPr lang="en-US" dirty="0" smtClean="0"/>
            <a:t>Moving the robot safely from one point to the target destination.</a:t>
          </a:r>
          <a:endParaRPr lang="en-US" dirty="0"/>
        </a:p>
      </dgm:t>
    </dgm:pt>
    <dgm:pt modelId="{4AB6F058-3C34-4B97-8050-86E922DC54E6}" type="parTrans" cxnId="{62C3116B-2B14-444C-9D3E-7C02385337F1}">
      <dgm:prSet/>
      <dgm:spPr/>
      <dgm:t>
        <a:bodyPr/>
        <a:lstStyle/>
        <a:p>
          <a:endParaRPr lang="en-US"/>
        </a:p>
      </dgm:t>
    </dgm:pt>
    <dgm:pt modelId="{B6EC44FF-3B4D-4518-A552-F750887AC25D}" type="sibTrans" cxnId="{62C3116B-2B14-444C-9D3E-7C02385337F1}">
      <dgm:prSet/>
      <dgm:spPr/>
      <dgm:t>
        <a:bodyPr/>
        <a:lstStyle/>
        <a:p>
          <a:endParaRPr lang="en-US"/>
        </a:p>
      </dgm:t>
    </dgm:pt>
    <dgm:pt modelId="{35FB42ED-5615-486D-9839-73A01C8C0F8D}" type="pres">
      <dgm:prSet presAssocID="{B546FFFC-B6C0-45BE-8349-AD6588ED43E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88D55D8-0F35-4C44-B397-F73290050B14}" type="pres">
      <dgm:prSet presAssocID="{B546FFFC-B6C0-45BE-8349-AD6588ED43E9}" presName="tSp" presStyleCnt="0"/>
      <dgm:spPr/>
    </dgm:pt>
    <dgm:pt modelId="{621BE22C-002E-42A9-A4D0-D3471A29B7CA}" type="pres">
      <dgm:prSet presAssocID="{B546FFFC-B6C0-45BE-8349-AD6588ED43E9}" presName="bSp" presStyleCnt="0"/>
      <dgm:spPr/>
    </dgm:pt>
    <dgm:pt modelId="{E57E0943-AEC5-44AF-A3C2-F85F7F8FBEA0}" type="pres">
      <dgm:prSet presAssocID="{B546FFFC-B6C0-45BE-8349-AD6588ED43E9}" presName="process" presStyleCnt="0"/>
      <dgm:spPr/>
    </dgm:pt>
    <dgm:pt modelId="{F1D7D7BC-2C32-4146-B23A-0A3C1F6ABCF9}" type="pres">
      <dgm:prSet presAssocID="{ADCB77C3-3961-41E5-B942-0EEE55C345F2}" presName="composite1" presStyleCnt="0"/>
      <dgm:spPr/>
    </dgm:pt>
    <dgm:pt modelId="{FC7735CB-D499-4892-BDFD-8C6CB83FCF81}" type="pres">
      <dgm:prSet presAssocID="{ADCB77C3-3961-41E5-B942-0EEE55C345F2}" presName="dummyNode1" presStyleLbl="node1" presStyleIdx="0" presStyleCnt="3"/>
      <dgm:spPr/>
    </dgm:pt>
    <dgm:pt modelId="{6167FFFC-EDC8-498C-8254-C8DC5698CC74}" type="pres">
      <dgm:prSet presAssocID="{ADCB77C3-3961-41E5-B942-0EEE55C345F2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952ED6-C76B-4C14-AD61-AC63F44386C0}" type="pres">
      <dgm:prSet presAssocID="{ADCB77C3-3961-41E5-B942-0EEE55C345F2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BE9C17-81AE-474D-B453-8255C22639F0}" type="pres">
      <dgm:prSet presAssocID="{ADCB77C3-3961-41E5-B942-0EEE55C345F2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64C859-0646-459A-97F8-AB78CDCC2710}" type="pres">
      <dgm:prSet presAssocID="{ADCB77C3-3961-41E5-B942-0EEE55C345F2}" presName="connSite1" presStyleCnt="0"/>
      <dgm:spPr/>
    </dgm:pt>
    <dgm:pt modelId="{EA81E047-556E-41F3-8DBB-59619830319C}" type="pres">
      <dgm:prSet presAssocID="{8E4239AE-7F85-4541-B451-FAC78F63313B}" presName="Name9" presStyleLbl="sibTrans2D1" presStyleIdx="0" presStyleCnt="2"/>
      <dgm:spPr/>
      <dgm:t>
        <a:bodyPr/>
        <a:lstStyle/>
        <a:p>
          <a:endParaRPr lang="en-US"/>
        </a:p>
      </dgm:t>
    </dgm:pt>
    <dgm:pt modelId="{B8807C9F-7424-4772-A19D-92BD77FFD018}" type="pres">
      <dgm:prSet presAssocID="{4A0032D8-08A3-4070-A4A4-143C2A72A4A8}" presName="composite2" presStyleCnt="0"/>
      <dgm:spPr/>
    </dgm:pt>
    <dgm:pt modelId="{A5605303-DE9C-4F8A-A535-97EFD9797D0A}" type="pres">
      <dgm:prSet presAssocID="{4A0032D8-08A3-4070-A4A4-143C2A72A4A8}" presName="dummyNode2" presStyleLbl="node1" presStyleIdx="0" presStyleCnt="3"/>
      <dgm:spPr/>
    </dgm:pt>
    <dgm:pt modelId="{C04C94E6-9AA9-41E7-97D8-12BC2E3809D5}" type="pres">
      <dgm:prSet presAssocID="{4A0032D8-08A3-4070-A4A4-143C2A72A4A8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9607EA-E3C1-493A-8CB6-89C45B570242}" type="pres">
      <dgm:prSet presAssocID="{4A0032D8-08A3-4070-A4A4-143C2A72A4A8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E6817D-B09F-4B2E-AF09-88EB62939706}" type="pres">
      <dgm:prSet presAssocID="{4A0032D8-08A3-4070-A4A4-143C2A72A4A8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31BA1D-87AA-4336-B766-877EC83CCB84}" type="pres">
      <dgm:prSet presAssocID="{4A0032D8-08A3-4070-A4A4-143C2A72A4A8}" presName="connSite2" presStyleCnt="0"/>
      <dgm:spPr/>
    </dgm:pt>
    <dgm:pt modelId="{323AC5D2-B922-4635-BB9B-B16F3BE58849}" type="pres">
      <dgm:prSet presAssocID="{51AAB9DA-2F73-4671-9E49-26FDE21394E2}" presName="Name18" presStyleLbl="sibTrans2D1" presStyleIdx="1" presStyleCnt="2"/>
      <dgm:spPr/>
      <dgm:t>
        <a:bodyPr/>
        <a:lstStyle/>
        <a:p>
          <a:endParaRPr lang="en-US"/>
        </a:p>
      </dgm:t>
    </dgm:pt>
    <dgm:pt modelId="{B84CD52A-C563-4A1F-A4E5-E056A4921CA6}" type="pres">
      <dgm:prSet presAssocID="{F924EEAC-76D6-4484-B8CD-854F2C57C82E}" presName="composite1" presStyleCnt="0"/>
      <dgm:spPr/>
    </dgm:pt>
    <dgm:pt modelId="{EFAE3D3B-006E-4829-995B-C39247A2BDCD}" type="pres">
      <dgm:prSet presAssocID="{F924EEAC-76D6-4484-B8CD-854F2C57C82E}" presName="dummyNode1" presStyleLbl="node1" presStyleIdx="1" presStyleCnt="3"/>
      <dgm:spPr/>
    </dgm:pt>
    <dgm:pt modelId="{E4F7DC05-3AE4-4975-9644-B1A9F025070C}" type="pres">
      <dgm:prSet presAssocID="{F924EEAC-76D6-4484-B8CD-854F2C57C82E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252F54-16F3-4C5C-9E7A-A96AC0F2CD9E}" type="pres">
      <dgm:prSet presAssocID="{F924EEAC-76D6-4484-B8CD-854F2C57C82E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A59FFE-2391-40A8-BB18-0A204F2E117B}" type="pres">
      <dgm:prSet presAssocID="{F924EEAC-76D6-4484-B8CD-854F2C57C82E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9D299C-A522-41B1-B1B9-49A2AF97B55D}" type="pres">
      <dgm:prSet presAssocID="{F924EEAC-76D6-4484-B8CD-854F2C57C82E}" presName="connSite1" presStyleCnt="0"/>
      <dgm:spPr/>
    </dgm:pt>
  </dgm:ptLst>
  <dgm:cxnLst>
    <dgm:cxn modelId="{D34CC068-29EB-4CB2-AD07-5082A96E3A52}" type="presOf" srcId="{9282C2C4-DB56-4F5C-804D-75B21B9DE673}" destId="{6167FFFC-EDC8-498C-8254-C8DC5698CC74}" srcOrd="0" destOrd="0" presId="urn:microsoft.com/office/officeart/2005/8/layout/hProcess4"/>
    <dgm:cxn modelId="{A4C3FE98-7C68-434B-8F8D-8ACBCBD1D96D}" type="presOf" srcId="{363A3FDE-08DA-44E3-A1A5-8FB2337C2B8D}" destId="{F49607EA-E3C1-493A-8CB6-89C45B570242}" srcOrd="1" destOrd="0" presId="urn:microsoft.com/office/officeart/2005/8/layout/hProcess4"/>
    <dgm:cxn modelId="{3778CECB-8FAB-4DCF-81BA-DF0D144DF4F3}" type="presOf" srcId="{F924EEAC-76D6-4484-B8CD-854F2C57C82E}" destId="{B0A59FFE-2391-40A8-BB18-0A204F2E117B}" srcOrd="0" destOrd="0" presId="urn:microsoft.com/office/officeart/2005/8/layout/hProcess4"/>
    <dgm:cxn modelId="{9DDB5E7F-265C-47B0-96BD-F1ED5A2703DD}" type="presOf" srcId="{F4172F65-1B25-4FB0-961A-DA0EF3072A7D}" destId="{E4F7DC05-3AE4-4975-9644-B1A9F025070C}" srcOrd="0" destOrd="0" presId="urn:microsoft.com/office/officeart/2005/8/layout/hProcess4"/>
    <dgm:cxn modelId="{B5B4287D-992F-4613-8BD1-628FEE692E48}" type="presOf" srcId="{9282C2C4-DB56-4F5C-804D-75B21B9DE673}" destId="{B7952ED6-C76B-4C14-AD61-AC63F44386C0}" srcOrd="1" destOrd="0" presId="urn:microsoft.com/office/officeart/2005/8/layout/hProcess4"/>
    <dgm:cxn modelId="{2467F632-DDE0-4677-B844-F18586E1AFDA}" srcId="{4A0032D8-08A3-4070-A4A4-143C2A72A4A8}" destId="{363A3FDE-08DA-44E3-A1A5-8FB2337C2B8D}" srcOrd="0" destOrd="0" parTransId="{392AFF5E-89B9-4CCB-A625-B5837818461B}" sibTransId="{04455374-774D-4F4F-B439-70E66B6933DE}"/>
    <dgm:cxn modelId="{C5BAA2B7-62F0-45C8-BDF5-286E6F0F1EC9}" srcId="{ADCB77C3-3961-41E5-B942-0EEE55C345F2}" destId="{9282C2C4-DB56-4F5C-804D-75B21B9DE673}" srcOrd="0" destOrd="0" parTransId="{1EB891EC-F5CC-4AB5-A967-F7D89BA2DBD1}" sibTransId="{EF9CC03B-CA98-4E70-98B0-9E423A5F3223}"/>
    <dgm:cxn modelId="{00425B89-E634-4A4A-A2B4-E6ED1A6247C2}" srcId="{B546FFFC-B6C0-45BE-8349-AD6588ED43E9}" destId="{4A0032D8-08A3-4070-A4A4-143C2A72A4A8}" srcOrd="1" destOrd="0" parTransId="{9CA4738E-103C-41BD-809F-6FB95F916D72}" sibTransId="{51AAB9DA-2F73-4671-9E49-26FDE21394E2}"/>
    <dgm:cxn modelId="{62C3116B-2B14-444C-9D3E-7C02385337F1}" srcId="{F924EEAC-76D6-4484-B8CD-854F2C57C82E}" destId="{F4172F65-1B25-4FB0-961A-DA0EF3072A7D}" srcOrd="0" destOrd="0" parTransId="{4AB6F058-3C34-4B97-8050-86E922DC54E6}" sibTransId="{B6EC44FF-3B4D-4518-A552-F750887AC25D}"/>
    <dgm:cxn modelId="{BC0E229D-8309-4629-A4EE-438CCE09F86E}" type="presOf" srcId="{F4172F65-1B25-4FB0-961A-DA0EF3072A7D}" destId="{5B252F54-16F3-4C5C-9E7A-A96AC0F2CD9E}" srcOrd="1" destOrd="0" presId="urn:microsoft.com/office/officeart/2005/8/layout/hProcess4"/>
    <dgm:cxn modelId="{B960DE2F-E3D8-473C-8090-EF90066BE802}" type="presOf" srcId="{ADCB77C3-3961-41E5-B942-0EEE55C345F2}" destId="{81BE9C17-81AE-474D-B453-8255C22639F0}" srcOrd="0" destOrd="0" presId="urn:microsoft.com/office/officeart/2005/8/layout/hProcess4"/>
    <dgm:cxn modelId="{8F44119F-D161-46BC-AFF6-816E2ED62873}" type="presOf" srcId="{8E4239AE-7F85-4541-B451-FAC78F63313B}" destId="{EA81E047-556E-41F3-8DBB-59619830319C}" srcOrd="0" destOrd="0" presId="urn:microsoft.com/office/officeart/2005/8/layout/hProcess4"/>
    <dgm:cxn modelId="{8860C86F-DC82-47C2-AA5A-AEB75F52936B}" type="presOf" srcId="{4A0032D8-08A3-4070-A4A4-143C2A72A4A8}" destId="{EDE6817D-B09F-4B2E-AF09-88EB62939706}" srcOrd="0" destOrd="0" presId="urn:microsoft.com/office/officeart/2005/8/layout/hProcess4"/>
    <dgm:cxn modelId="{4FA9EFB4-61EC-4264-917A-06C995102D8C}" type="presOf" srcId="{B546FFFC-B6C0-45BE-8349-AD6588ED43E9}" destId="{35FB42ED-5615-486D-9839-73A01C8C0F8D}" srcOrd="0" destOrd="0" presId="urn:microsoft.com/office/officeart/2005/8/layout/hProcess4"/>
    <dgm:cxn modelId="{1E4DFA5C-7DD7-4A65-8F64-FF2922D102BE}" type="presOf" srcId="{363A3FDE-08DA-44E3-A1A5-8FB2337C2B8D}" destId="{C04C94E6-9AA9-41E7-97D8-12BC2E3809D5}" srcOrd="0" destOrd="0" presId="urn:microsoft.com/office/officeart/2005/8/layout/hProcess4"/>
    <dgm:cxn modelId="{FD757BEA-C9A3-40C1-A04E-AFF65A0C9154}" type="presOf" srcId="{51AAB9DA-2F73-4671-9E49-26FDE21394E2}" destId="{323AC5D2-B922-4635-BB9B-B16F3BE58849}" srcOrd="0" destOrd="0" presId="urn:microsoft.com/office/officeart/2005/8/layout/hProcess4"/>
    <dgm:cxn modelId="{4BAC7B53-54AC-4E6B-8FD6-915B46C0ABE1}" srcId="{B546FFFC-B6C0-45BE-8349-AD6588ED43E9}" destId="{F924EEAC-76D6-4484-B8CD-854F2C57C82E}" srcOrd="2" destOrd="0" parTransId="{700994DF-07B5-427D-9E62-92E3F689E80A}" sibTransId="{B8A2D45F-73A4-48ED-B429-9824CD54032F}"/>
    <dgm:cxn modelId="{5E75EDF8-B4A5-4CC5-935F-E1DA93592960}" srcId="{B546FFFC-B6C0-45BE-8349-AD6588ED43E9}" destId="{ADCB77C3-3961-41E5-B942-0EEE55C345F2}" srcOrd="0" destOrd="0" parTransId="{46794BF5-1633-426B-A394-2A99FA6236FF}" sibTransId="{8E4239AE-7F85-4541-B451-FAC78F63313B}"/>
    <dgm:cxn modelId="{811C76F5-0221-42C0-A74E-9014F039C31F}" type="presParOf" srcId="{35FB42ED-5615-486D-9839-73A01C8C0F8D}" destId="{988D55D8-0F35-4C44-B397-F73290050B14}" srcOrd="0" destOrd="0" presId="urn:microsoft.com/office/officeart/2005/8/layout/hProcess4"/>
    <dgm:cxn modelId="{DF6C81AE-F706-45E7-9C98-70EF0995830F}" type="presParOf" srcId="{35FB42ED-5615-486D-9839-73A01C8C0F8D}" destId="{621BE22C-002E-42A9-A4D0-D3471A29B7CA}" srcOrd="1" destOrd="0" presId="urn:microsoft.com/office/officeart/2005/8/layout/hProcess4"/>
    <dgm:cxn modelId="{3F735E81-22A2-427B-9B1A-80BC8355A94B}" type="presParOf" srcId="{35FB42ED-5615-486D-9839-73A01C8C0F8D}" destId="{E57E0943-AEC5-44AF-A3C2-F85F7F8FBEA0}" srcOrd="2" destOrd="0" presId="urn:microsoft.com/office/officeart/2005/8/layout/hProcess4"/>
    <dgm:cxn modelId="{DDDFC9AB-1E1F-4BE5-9345-397B372B51BA}" type="presParOf" srcId="{E57E0943-AEC5-44AF-A3C2-F85F7F8FBEA0}" destId="{F1D7D7BC-2C32-4146-B23A-0A3C1F6ABCF9}" srcOrd="0" destOrd="0" presId="urn:microsoft.com/office/officeart/2005/8/layout/hProcess4"/>
    <dgm:cxn modelId="{43851A62-D1B5-4830-9291-D5163F28FCC9}" type="presParOf" srcId="{F1D7D7BC-2C32-4146-B23A-0A3C1F6ABCF9}" destId="{FC7735CB-D499-4892-BDFD-8C6CB83FCF81}" srcOrd="0" destOrd="0" presId="urn:microsoft.com/office/officeart/2005/8/layout/hProcess4"/>
    <dgm:cxn modelId="{9BE7EC57-95B6-43C6-81E9-1F68F7F77555}" type="presParOf" srcId="{F1D7D7BC-2C32-4146-B23A-0A3C1F6ABCF9}" destId="{6167FFFC-EDC8-498C-8254-C8DC5698CC74}" srcOrd="1" destOrd="0" presId="urn:microsoft.com/office/officeart/2005/8/layout/hProcess4"/>
    <dgm:cxn modelId="{627DE303-3CA7-40BE-8F54-FDE272F85076}" type="presParOf" srcId="{F1D7D7BC-2C32-4146-B23A-0A3C1F6ABCF9}" destId="{B7952ED6-C76B-4C14-AD61-AC63F44386C0}" srcOrd="2" destOrd="0" presId="urn:microsoft.com/office/officeart/2005/8/layout/hProcess4"/>
    <dgm:cxn modelId="{BC9C5A3C-3052-4083-87E9-7C11E16E10D0}" type="presParOf" srcId="{F1D7D7BC-2C32-4146-B23A-0A3C1F6ABCF9}" destId="{81BE9C17-81AE-474D-B453-8255C22639F0}" srcOrd="3" destOrd="0" presId="urn:microsoft.com/office/officeart/2005/8/layout/hProcess4"/>
    <dgm:cxn modelId="{9BCFC35D-2749-4B4B-AFBB-90A7A73A2397}" type="presParOf" srcId="{F1D7D7BC-2C32-4146-B23A-0A3C1F6ABCF9}" destId="{D964C859-0646-459A-97F8-AB78CDCC2710}" srcOrd="4" destOrd="0" presId="urn:microsoft.com/office/officeart/2005/8/layout/hProcess4"/>
    <dgm:cxn modelId="{583F2F79-CE5E-4CB3-9875-E0AB811E3129}" type="presParOf" srcId="{E57E0943-AEC5-44AF-A3C2-F85F7F8FBEA0}" destId="{EA81E047-556E-41F3-8DBB-59619830319C}" srcOrd="1" destOrd="0" presId="urn:microsoft.com/office/officeart/2005/8/layout/hProcess4"/>
    <dgm:cxn modelId="{73F37040-0F1C-4C96-893E-4F351BFE13E2}" type="presParOf" srcId="{E57E0943-AEC5-44AF-A3C2-F85F7F8FBEA0}" destId="{B8807C9F-7424-4772-A19D-92BD77FFD018}" srcOrd="2" destOrd="0" presId="urn:microsoft.com/office/officeart/2005/8/layout/hProcess4"/>
    <dgm:cxn modelId="{1A52018D-612E-4761-B1A5-1F63A13D30A1}" type="presParOf" srcId="{B8807C9F-7424-4772-A19D-92BD77FFD018}" destId="{A5605303-DE9C-4F8A-A535-97EFD9797D0A}" srcOrd="0" destOrd="0" presId="urn:microsoft.com/office/officeart/2005/8/layout/hProcess4"/>
    <dgm:cxn modelId="{ADA3CE9C-BFB1-485C-853E-15223AD36CFC}" type="presParOf" srcId="{B8807C9F-7424-4772-A19D-92BD77FFD018}" destId="{C04C94E6-9AA9-41E7-97D8-12BC2E3809D5}" srcOrd="1" destOrd="0" presId="urn:microsoft.com/office/officeart/2005/8/layout/hProcess4"/>
    <dgm:cxn modelId="{702F7784-DB93-4DF9-8724-4DEB939D2309}" type="presParOf" srcId="{B8807C9F-7424-4772-A19D-92BD77FFD018}" destId="{F49607EA-E3C1-493A-8CB6-89C45B570242}" srcOrd="2" destOrd="0" presId="urn:microsoft.com/office/officeart/2005/8/layout/hProcess4"/>
    <dgm:cxn modelId="{1939179B-194D-4D57-BC8D-C87B6143F030}" type="presParOf" srcId="{B8807C9F-7424-4772-A19D-92BD77FFD018}" destId="{EDE6817D-B09F-4B2E-AF09-88EB62939706}" srcOrd="3" destOrd="0" presId="urn:microsoft.com/office/officeart/2005/8/layout/hProcess4"/>
    <dgm:cxn modelId="{AE534B42-861C-4B67-90E2-C117BB01AE82}" type="presParOf" srcId="{B8807C9F-7424-4772-A19D-92BD77FFD018}" destId="{ED31BA1D-87AA-4336-B766-877EC83CCB84}" srcOrd="4" destOrd="0" presId="urn:microsoft.com/office/officeart/2005/8/layout/hProcess4"/>
    <dgm:cxn modelId="{DDCFBB5A-B242-46B2-A493-127176BBF713}" type="presParOf" srcId="{E57E0943-AEC5-44AF-A3C2-F85F7F8FBEA0}" destId="{323AC5D2-B922-4635-BB9B-B16F3BE58849}" srcOrd="3" destOrd="0" presId="urn:microsoft.com/office/officeart/2005/8/layout/hProcess4"/>
    <dgm:cxn modelId="{EDB9A080-4C3C-4172-9DC1-D789537A4370}" type="presParOf" srcId="{E57E0943-AEC5-44AF-A3C2-F85F7F8FBEA0}" destId="{B84CD52A-C563-4A1F-A4E5-E056A4921CA6}" srcOrd="4" destOrd="0" presId="urn:microsoft.com/office/officeart/2005/8/layout/hProcess4"/>
    <dgm:cxn modelId="{F13BC928-A4DC-4092-BFFC-A44478C52F27}" type="presParOf" srcId="{B84CD52A-C563-4A1F-A4E5-E056A4921CA6}" destId="{EFAE3D3B-006E-4829-995B-C39247A2BDCD}" srcOrd="0" destOrd="0" presId="urn:microsoft.com/office/officeart/2005/8/layout/hProcess4"/>
    <dgm:cxn modelId="{1A3349F4-7565-4771-A10D-663C51AE7B56}" type="presParOf" srcId="{B84CD52A-C563-4A1F-A4E5-E056A4921CA6}" destId="{E4F7DC05-3AE4-4975-9644-B1A9F025070C}" srcOrd="1" destOrd="0" presId="urn:microsoft.com/office/officeart/2005/8/layout/hProcess4"/>
    <dgm:cxn modelId="{DE8E1703-A3AA-4EA9-A078-401F12D75F54}" type="presParOf" srcId="{B84CD52A-C563-4A1F-A4E5-E056A4921CA6}" destId="{5B252F54-16F3-4C5C-9E7A-A96AC0F2CD9E}" srcOrd="2" destOrd="0" presId="urn:microsoft.com/office/officeart/2005/8/layout/hProcess4"/>
    <dgm:cxn modelId="{DB23E6D8-7CC2-4A27-81C8-4D8C951A0489}" type="presParOf" srcId="{B84CD52A-C563-4A1F-A4E5-E056A4921CA6}" destId="{B0A59FFE-2391-40A8-BB18-0A204F2E117B}" srcOrd="3" destOrd="0" presId="urn:microsoft.com/office/officeart/2005/8/layout/hProcess4"/>
    <dgm:cxn modelId="{EAC3F4F6-0E6E-45BD-9FFA-B40A7C272902}" type="presParOf" srcId="{B84CD52A-C563-4A1F-A4E5-E056A4921CA6}" destId="{1D9D299C-A522-41B1-B1B9-49A2AF97B55D}" srcOrd="4" destOrd="0" presId="urn:microsoft.com/office/officeart/2005/8/layout/hProcess4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6A73D8-3C38-4829-B761-40D3B43A7044}" type="doc">
      <dgm:prSet loTypeId="urn:microsoft.com/office/officeart/2005/8/layout/v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D1EF4A9-7CFC-42FC-B07C-10D03962BB63}">
      <dgm:prSet phldrT="[Text]"/>
      <dgm:spPr/>
      <dgm:t>
        <a:bodyPr/>
        <a:lstStyle/>
        <a:p>
          <a:r>
            <a:rPr lang="en-US" dirty="0" err="1" smtClean="0"/>
            <a:t>Arduino</a:t>
          </a:r>
          <a:r>
            <a:rPr lang="en-US" dirty="0" smtClean="0"/>
            <a:t> commands</a:t>
          </a:r>
          <a:endParaRPr lang="en-US" dirty="0"/>
        </a:p>
      </dgm:t>
    </dgm:pt>
    <dgm:pt modelId="{CC99B936-D547-47D2-B545-FF50E2E963D7}" type="parTrans" cxnId="{62BC28D3-0561-4DB9-9B1D-DA8EAF30F947}">
      <dgm:prSet/>
      <dgm:spPr/>
      <dgm:t>
        <a:bodyPr/>
        <a:lstStyle/>
        <a:p>
          <a:endParaRPr lang="en-US"/>
        </a:p>
      </dgm:t>
    </dgm:pt>
    <dgm:pt modelId="{09BC3606-AC42-4560-9FFB-EEDCC25D5DCC}" type="sibTrans" cxnId="{62BC28D3-0561-4DB9-9B1D-DA8EAF30F947}">
      <dgm:prSet/>
      <dgm:spPr/>
      <dgm:t>
        <a:bodyPr/>
        <a:lstStyle/>
        <a:p>
          <a:endParaRPr lang="en-US"/>
        </a:p>
      </dgm:t>
    </dgm:pt>
    <dgm:pt modelId="{3959904D-FE2E-4252-B231-0E83822CF742}">
      <dgm:prSet phldrT="[Text]"/>
      <dgm:spPr/>
      <dgm:t>
        <a:bodyPr/>
        <a:lstStyle/>
        <a:p>
          <a:r>
            <a:rPr lang="en-US" dirty="0" smtClean="0"/>
            <a:t>PWM signals</a:t>
          </a:r>
          <a:endParaRPr lang="en-US" dirty="0"/>
        </a:p>
      </dgm:t>
    </dgm:pt>
    <dgm:pt modelId="{9AE6974B-3DBF-4519-BE75-B787E66EAAD8}" type="parTrans" cxnId="{201AF1C1-E951-4472-916B-946A951BE9A5}">
      <dgm:prSet/>
      <dgm:spPr/>
      <dgm:t>
        <a:bodyPr/>
        <a:lstStyle/>
        <a:p>
          <a:endParaRPr lang="en-US"/>
        </a:p>
      </dgm:t>
    </dgm:pt>
    <dgm:pt modelId="{74CF8A5A-E2B3-4E82-B19C-20951B462544}" type="sibTrans" cxnId="{201AF1C1-E951-4472-916B-946A951BE9A5}">
      <dgm:prSet/>
      <dgm:spPr/>
      <dgm:t>
        <a:bodyPr/>
        <a:lstStyle/>
        <a:p>
          <a:endParaRPr lang="en-US"/>
        </a:p>
      </dgm:t>
    </dgm:pt>
    <dgm:pt modelId="{3735A0B5-AB80-40C5-9344-06F4DDC3E691}">
      <dgm:prSet phldrT="[Text]"/>
      <dgm:spPr/>
      <dgm:t>
        <a:bodyPr/>
        <a:lstStyle/>
        <a:p>
          <a:r>
            <a:rPr lang="en-US" dirty="0" smtClean="0"/>
            <a:t>Wheel encoder feedback</a:t>
          </a:r>
        </a:p>
      </dgm:t>
    </dgm:pt>
    <dgm:pt modelId="{3FCE1EBD-7334-43C4-B0CB-DF769104113F}" type="parTrans" cxnId="{F7514EF4-09E4-4A7D-A6FE-5C8B314DEB7C}">
      <dgm:prSet/>
      <dgm:spPr/>
      <dgm:t>
        <a:bodyPr/>
        <a:lstStyle/>
        <a:p>
          <a:endParaRPr lang="en-US"/>
        </a:p>
      </dgm:t>
    </dgm:pt>
    <dgm:pt modelId="{EE7DAFDC-62C4-42E4-B954-054253301CE5}" type="sibTrans" cxnId="{F7514EF4-09E4-4A7D-A6FE-5C8B314DEB7C}">
      <dgm:prSet/>
      <dgm:spPr/>
      <dgm:t>
        <a:bodyPr/>
        <a:lstStyle/>
        <a:p>
          <a:endParaRPr lang="en-US"/>
        </a:p>
      </dgm:t>
    </dgm:pt>
    <dgm:pt modelId="{2B405E54-10EB-462F-88B9-7EABD56A7D08}">
      <dgm:prSet phldrT="[Text]"/>
      <dgm:spPr/>
      <dgm:t>
        <a:bodyPr/>
        <a:lstStyle/>
        <a:p>
          <a:r>
            <a:rPr lang="en-US" dirty="0" smtClean="0"/>
            <a:t>IBT-2 Motor driver</a:t>
          </a:r>
        </a:p>
      </dgm:t>
    </dgm:pt>
    <dgm:pt modelId="{BFED5458-D309-4CF4-AE01-F9C75221CD6F}" type="parTrans" cxnId="{CF85CA39-0F16-4010-9197-8B3E150E7A66}">
      <dgm:prSet/>
      <dgm:spPr/>
      <dgm:t>
        <a:bodyPr/>
        <a:lstStyle/>
        <a:p>
          <a:endParaRPr lang="en-US"/>
        </a:p>
      </dgm:t>
    </dgm:pt>
    <dgm:pt modelId="{CC5EE7E3-C390-424E-B234-756922A270C7}" type="sibTrans" cxnId="{CF85CA39-0F16-4010-9197-8B3E150E7A66}">
      <dgm:prSet/>
      <dgm:spPr/>
      <dgm:t>
        <a:bodyPr/>
        <a:lstStyle/>
        <a:p>
          <a:endParaRPr lang="en-US"/>
        </a:p>
      </dgm:t>
    </dgm:pt>
    <dgm:pt modelId="{F2A3D277-AF50-4404-8D5A-A043F954F9A4}">
      <dgm:prSet phldrT="[Text]"/>
      <dgm:spPr/>
      <dgm:t>
        <a:bodyPr/>
        <a:lstStyle/>
        <a:p>
          <a:r>
            <a:rPr lang="en-US" dirty="0" smtClean="0"/>
            <a:t>Motor Rotates</a:t>
          </a:r>
        </a:p>
      </dgm:t>
    </dgm:pt>
    <dgm:pt modelId="{2D160B6A-D796-4CBD-8A2E-59E53953475F}" type="parTrans" cxnId="{947D6A00-D30F-43AB-9EC5-96F3AD73A23D}">
      <dgm:prSet/>
      <dgm:spPr/>
      <dgm:t>
        <a:bodyPr/>
        <a:lstStyle/>
        <a:p>
          <a:endParaRPr lang="en-US"/>
        </a:p>
      </dgm:t>
    </dgm:pt>
    <dgm:pt modelId="{DA75DFB1-FC08-4F5E-B393-7296AAC0597A}" type="sibTrans" cxnId="{947D6A00-D30F-43AB-9EC5-96F3AD73A23D}">
      <dgm:prSet/>
      <dgm:spPr/>
      <dgm:t>
        <a:bodyPr/>
        <a:lstStyle/>
        <a:p>
          <a:endParaRPr lang="en-US"/>
        </a:p>
      </dgm:t>
    </dgm:pt>
    <dgm:pt modelId="{08D0D2D9-4878-4DA1-AA0F-1C9FB82A55FB}">
      <dgm:prSet phldrT="[Text]"/>
      <dgm:spPr/>
      <dgm:t>
        <a:bodyPr/>
        <a:lstStyle/>
        <a:p>
          <a:endParaRPr lang="en-US" dirty="0" smtClean="0"/>
        </a:p>
      </dgm:t>
    </dgm:pt>
    <dgm:pt modelId="{1E17AB0E-036D-4AFC-80D5-5D0C41BAD7AC}" type="parTrans" cxnId="{B2449430-1EFE-44E0-8A66-A9D32AB457F9}">
      <dgm:prSet/>
      <dgm:spPr/>
      <dgm:t>
        <a:bodyPr/>
        <a:lstStyle/>
        <a:p>
          <a:endParaRPr lang="en-US"/>
        </a:p>
      </dgm:t>
    </dgm:pt>
    <dgm:pt modelId="{5B52342A-B092-4F72-A10D-D82ADFBA1D94}" type="sibTrans" cxnId="{B2449430-1EFE-44E0-8A66-A9D32AB457F9}">
      <dgm:prSet/>
      <dgm:spPr/>
      <dgm:t>
        <a:bodyPr/>
        <a:lstStyle/>
        <a:p>
          <a:endParaRPr lang="en-US"/>
        </a:p>
      </dgm:t>
    </dgm:pt>
    <dgm:pt modelId="{682E776C-5692-4FA6-B812-FC176228AB21}" type="pres">
      <dgm:prSet presAssocID="{9F6A73D8-3C38-4829-B761-40D3B43A7044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53BB4A-1C60-435D-B4D0-A0322B8A2144}" type="pres">
      <dgm:prSet presAssocID="{9F6A73D8-3C38-4829-B761-40D3B43A7044}" presName="dummyMaxCanvas" presStyleCnt="0">
        <dgm:presLayoutVars/>
      </dgm:prSet>
      <dgm:spPr/>
    </dgm:pt>
    <dgm:pt modelId="{527F966E-1665-484C-8B7F-FC4FC4552241}" type="pres">
      <dgm:prSet presAssocID="{9F6A73D8-3C38-4829-B761-40D3B43A7044}" presName="FiveNodes_1" presStyleLbl="node1" presStyleIdx="0" presStyleCnt="5" custLinFactNeighborX="-22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B3C219-BFA2-440B-8435-80E0A33E705D}" type="pres">
      <dgm:prSet presAssocID="{9F6A73D8-3C38-4829-B761-40D3B43A7044}" presName="FiveNodes_2" presStyleLbl="node1" presStyleIdx="1" presStyleCnt="5" custLinFactNeighborX="-74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0A0DD4-980D-4380-90BB-C094C15D2045}" type="pres">
      <dgm:prSet presAssocID="{9F6A73D8-3C38-4829-B761-40D3B43A7044}" presName="FiveNodes_3" presStyleLbl="node1" presStyleIdx="2" presStyleCnt="5" custLinFactNeighborX="-149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8F69E8-DCEC-4D4E-809B-510C73E6084A}" type="pres">
      <dgm:prSet presAssocID="{9F6A73D8-3C38-4829-B761-40D3B43A7044}" presName="FiveNodes_4" presStyleLbl="node1" presStyleIdx="3" presStyleCnt="5" custLinFactNeighborX="-224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7DE8E8-825E-4785-8B9F-7DF1E33245B2}" type="pres">
      <dgm:prSet presAssocID="{9F6A73D8-3C38-4829-B761-40D3B43A7044}" presName="FiveNodes_5" presStyleLbl="node1" presStyleIdx="4" presStyleCnt="5" custLinFactNeighborX="-298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773905-187B-464E-AAC5-E861B61CD47C}" type="pres">
      <dgm:prSet presAssocID="{9F6A73D8-3C38-4829-B761-40D3B43A7044}" presName="FiveConn_1-2" presStyleLbl="fgAccFollowNode1" presStyleIdx="0" presStyleCnt="4" custLinFactNeighborX="-14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27316D-E733-4A35-810A-ED025F0506AD}" type="pres">
      <dgm:prSet presAssocID="{9F6A73D8-3C38-4829-B761-40D3B43A7044}" presName="FiveConn_2-3" presStyleLbl="fgAccFollowNode1" presStyleIdx="1" presStyleCnt="4" custLinFactNeighborX="-692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65AF49-F10E-4A99-8BA7-04053D980C9C}" type="pres">
      <dgm:prSet presAssocID="{9F6A73D8-3C38-4829-B761-40D3B43A7044}" presName="FiveConn_3-4" presStyleLbl="fgAccFollowNode1" presStyleIdx="2" presStyleCnt="4" custLinFactX="-23859" custLinFactNeighborX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F6C7D5-82E2-4ED0-9C0E-B0F484397B4F}" type="pres">
      <dgm:prSet presAssocID="{9F6A73D8-3C38-4829-B761-40D3B43A7044}" presName="FiveConn_4-5" presStyleLbl="fgAccFollowNode1" presStyleIdx="3" presStyleCnt="4" custLinFactX="-78430" custLinFactNeighborX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88B53B-820F-4AD8-BAC2-35196C9D8574}" type="pres">
      <dgm:prSet presAssocID="{9F6A73D8-3C38-4829-B761-40D3B43A7044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E352E2-0F5F-4005-855E-8CE883D10222}" type="pres">
      <dgm:prSet presAssocID="{9F6A73D8-3C38-4829-B761-40D3B43A7044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FA014C-9D59-48A6-83B0-8DB36767FC10}" type="pres">
      <dgm:prSet presAssocID="{9F6A73D8-3C38-4829-B761-40D3B43A7044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F46E09-C1A0-4C16-ADF8-B88FE9956073}" type="pres">
      <dgm:prSet presAssocID="{9F6A73D8-3C38-4829-B761-40D3B43A7044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591489-6CFA-4FF4-934D-6BE78D29AEF1}" type="pres">
      <dgm:prSet presAssocID="{9F6A73D8-3C38-4829-B761-40D3B43A7044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F83027-0581-442B-9526-F31D4D56B69E}" type="presOf" srcId="{2B405E54-10EB-462F-88B9-7EABD56A7D08}" destId="{5B0A0DD4-980D-4380-90BB-C094C15D2045}" srcOrd="0" destOrd="0" presId="urn:microsoft.com/office/officeart/2005/8/layout/vProcess5"/>
    <dgm:cxn modelId="{3075AC51-F6E0-4901-A72F-1F698327E241}" type="presOf" srcId="{74CF8A5A-E2B3-4E82-B19C-20951B462544}" destId="{0927316D-E733-4A35-810A-ED025F0506AD}" srcOrd="0" destOrd="0" presId="urn:microsoft.com/office/officeart/2005/8/layout/vProcess5"/>
    <dgm:cxn modelId="{2B3E3EA0-E281-4F67-B0FB-89582BFEC4D3}" type="presOf" srcId="{F2A3D277-AF50-4404-8D5A-A043F954F9A4}" destId="{EBF46E09-C1A0-4C16-ADF8-B88FE9956073}" srcOrd="1" destOrd="0" presId="urn:microsoft.com/office/officeart/2005/8/layout/vProcess5"/>
    <dgm:cxn modelId="{0C84F91C-22FC-4012-B20B-7A54EE50FB97}" type="presOf" srcId="{3959904D-FE2E-4252-B231-0E83822CF742}" destId="{A4E352E2-0F5F-4005-855E-8CE883D10222}" srcOrd="1" destOrd="0" presId="urn:microsoft.com/office/officeart/2005/8/layout/vProcess5"/>
    <dgm:cxn modelId="{B79C2BC2-6B65-490B-ABCF-044EC1B9999B}" type="presOf" srcId="{09BC3606-AC42-4560-9FFB-EEDCC25D5DCC}" destId="{3C773905-187B-464E-AAC5-E861B61CD47C}" srcOrd="0" destOrd="0" presId="urn:microsoft.com/office/officeart/2005/8/layout/vProcess5"/>
    <dgm:cxn modelId="{DB2DC577-5D62-456D-9680-80B4C4092072}" type="presOf" srcId="{9F6A73D8-3C38-4829-B761-40D3B43A7044}" destId="{682E776C-5692-4FA6-B812-FC176228AB21}" srcOrd="0" destOrd="0" presId="urn:microsoft.com/office/officeart/2005/8/layout/vProcess5"/>
    <dgm:cxn modelId="{5EEF9D62-07DA-4369-9A6F-DA0DADC3FEBE}" type="presOf" srcId="{CC5EE7E3-C390-424E-B234-756922A270C7}" destId="{B965AF49-F10E-4A99-8BA7-04053D980C9C}" srcOrd="0" destOrd="0" presId="urn:microsoft.com/office/officeart/2005/8/layout/vProcess5"/>
    <dgm:cxn modelId="{31B12FF6-5405-481C-BDBD-73CEB7E9412F}" type="presOf" srcId="{DA75DFB1-FC08-4F5E-B393-7296AAC0597A}" destId="{63F6C7D5-82E2-4ED0-9C0E-B0F484397B4F}" srcOrd="0" destOrd="0" presId="urn:microsoft.com/office/officeart/2005/8/layout/vProcess5"/>
    <dgm:cxn modelId="{B965D804-FBA9-467D-B09E-80F6939C8895}" type="presOf" srcId="{3959904D-FE2E-4252-B231-0E83822CF742}" destId="{86B3C219-BFA2-440B-8435-80E0A33E705D}" srcOrd="0" destOrd="0" presId="urn:microsoft.com/office/officeart/2005/8/layout/vProcess5"/>
    <dgm:cxn modelId="{DFD375AA-CE0C-4E88-93B4-9746AD799E45}" type="presOf" srcId="{3735A0B5-AB80-40C5-9344-06F4DDC3E691}" destId="{FC591489-6CFA-4FF4-934D-6BE78D29AEF1}" srcOrd="1" destOrd="0" presId="urn:microsoft.com/office/officeart/2005/8/layout/vProcess5"/>
    <dgm:cxn modelId="{201AF1C1-E951-4472-916B-946A951BE9A5}" srcId="{9F6A73D8-3C38-4829-B761-40D3B43A7044}" destId="{3959904D-FE2E-4252-B231-0E83822CF742}" srcOrd="1" destOrd="0" parTransId="{9AE6974B-3DBF-4519-BE75-B787E66EAAD8}" sibTransId="{74CF8A5A-E2B3-4E82-B19C-20951B462544}"/>
    <dgm:cxn modelId="{4F17CC1F-4878-4D22-885B-7AACE51DA961}" type="presOf" srcId="{3735A0B5-AB80-40C5-9344-06F4DDC3E691}" destId="{477DE8E8-825E-4785-8B9F-7DF1E33245B2}" srcOrd="0" destOrd="0" presId="urn:microsoft.com/office/officeart/2005/8/layout/vProcess5"/>
    <dgm:cxn modelId="{947D6A00-D30F-43AB-9EC5-96F3AD73A23D}" srcId="{9F6A73D8-3C38-4829-B761-40D3B43A7044}" destId="{F2A3D277-AF50-4404-8D5A-A043F954F9A4}" srcOrd="3" destOrd="0" parTransId="{2D160B6A-D796-4CBD-8A2E-59E53953475F}" sibTransId="{DA75DFB1-FC08-4F5E-B393-7296AAC0597A}"/>
    <dgm:cxn modelId="{B2449430-1EFE-44E0-8A66-A9D32AB457F9}" srcId="{9F6A73D8-3C38-4829-B761-40D3B43A7044}" destId="{08D0D2D9-4878-4DA1-AA0F-1C9FB82A55FB}" srcOrd="5" destOrd="0" parTransId="{1E17AB0E-036D-4AFC-80D5-5D0C41BAD7AC}" sibTransId="{5B52342A-B092-4F72-A10D-D82ADFBA1D94}"/>
    <dgm:cxn modelId="{62BC28D3-0561-4DB9-9B1D-DA8EAF30F947}" srcId="{9F6A73D8-3C38-4829-B761-40D3B43A7044}" destId="{6D1EF4A9-7CFC-42FC-B07C-10D03962BB63}" srcOrd="0" destOrd="0" parTransId="{CC99B936-D547-47D2-B545-FF50E2E963D7}" sibTransId="{09BC3606-AC42-4560-9FFB-EEDCC25D5DCC}"/>
    <dgm:cxn modelId="{42DDCB3A-C182-4AF0-8FAD-5A9D7C239E64}" type="presOf" srcId="{6D1EF4A9-7CFC-42FC-B07C-10D03962BB63}" destId="{527F966E-1665-484C-8B7F-FC4FC4552241}" srcOrd="0" destOrd="0" presId="urn:microsoft.com/office/officeart/2005/8/layout/vProcess5"/>
    <dgm:cxn modelId="{CF85CA39-0F16-4010-9197-8B3E150E7A66}" srcId="{9F6A73D8-3C38-4829-B761-40D3B43A7044}" destId="{2B405E54-10EB-462F-88B9-7EABD56A7D08}" srcOrd="2" destOrd="0" parTransId="{BFED5458-D309-4CF4-AE01-F9C75221CD6F}" sibTransId="{CC5EE7E3-C390-424E-B234-756922A270C7}"/>
    <dgm:cxn modelId="{2566724B-6A69-44AE-9D33-9D55BD0BAEBE}" type="presOf" srcId="{6D1EF4A9-7CFC-42FC-B07C-10D03962BB63}" destId="{C588B53B-820F-4AD8-BAC2-35196C9D8574}" srcOrd="1" destOrd="0" presId="urn:microsoft.com/office/officeart/2005/8/layout/vProcess5"/>
    <dgm:cxn modelId="{F7514EF4-09E4-4A7D-A6FE-5C8B314DEB7C}" srcId="{9F6A73D8-3C38-4829-B761-40D3B43A7044}" destId="{3735A0B5-AB80-40C5-9344-06F4DDC3E691}" srcOrd="4" destOrd="0" parTransId="{3FCE1EBD-7334-43C4-B0CB-DF769104113F}" sibTransId="{EE7DAFDC-62C4-42E4-B954-054253301CE5}"/>
    <dgm:cxn modelId="{496F2CF5-6E0B-486F-B997-DAB0FE7C6667}" type="presOf" srcId="{F2A3D277-AF50-4404-8D5A-A043F954F9A4}" destId="{C38F69E8-DCEC-4D4E-809B-510C73E6084A}" srcOrd="0" destOrd="0" presId="urn:microsoft.com/office/officeart/2005/8/layout/vProcess5"/>
    <dgm:cxn modelId="{7AE349F1-6406-43AC-8790-BD50B586E259}" type="presOf" srcId="{2B405E54-10EB-462F-88B9-7EABD56A7D08}" destId="{1CFA014C-9D59-48A6-83B0-8DB36767FC10}" srcOrd="1" destOrd="0" presId="urn:microsoft.com/office/officeart/2005/8/layout/vProcess5"/>
    <dgm:cxn modelId="{58158889-7389-43AA-AC4E-DAEE9B7C2A63}" type="presParOf" srcId="{682E776C-5692-4FA6-B812-FC176228AB21}" destId="{E953BB4A-1C60-435D-B4D0-A0322B8A2144}" srcOrd="0" destOrd="0" presId="urn:microsoft.com/office/officeart/2005/8/layout/vProcess5"/>
    <dgm:cxn modelId="{51E9C07B-E460-441F-BFCF-8003386E9BE9}" type="presParOf" srcId="{682E776C-5692-4FA6-B812-FC176228AB21}" destId="{527F966E-1665-484C-8B7F-FC4FC4552241}" srcOrd="1" destOrd="0" presId="urn:microsoft.com/office/officeart/2005/8/layout/vProcess5"/>
    <dgm:cxn modelId="{4D4914BD-890A-4E3F-8E9B-274A0AC8824C}" type="presParOf" srcId="{682E776C-5692-4FA6-B812-FC176228AB21}" destId="{86B3C219-BFA2-440B-8435-80E0A33E705D}" srcOrd="2" destOrd="0" presId="urn:microsoft.com/office/officeart/2005/8/layout/vProcess5"/>
    <dgm:cxn modelId="{B38A83A4-6EC9-4DE9-BB99-0866EF1C55CF}" type="presParOf" srcId="{682E776C-5692-4FA6-B812-FC176228AB21}" destId="{5B0A0DD4-980D-4380-90BB-C094C15D2045}" srcOrd="3" destOrd="0" presId="urn:microsoft.com/office/officeart/2005/8/layout/vProcess5"/>
    <dgm:cxn modelId="{3FD9A18E-EEEB-4799-AC2B-24E6868F3F4C}" type="presParOf" srcId="{682E776C-5692-4FA6-B812-FC176228AB21}" destId="{C38F69E8-DCEC-4D4E-809B-510C73E6084A}" srcOrd="4" destOrd="0" presId="urn:microsoft.com/office/officeart/2005/8/layout/vProcess5"/>
    <dgm:cxn modelId="{A4F03FBC-0F7B-4CD6-AF8D-07CA50A6AE0B}" type="presParOf" srcId="{682E776C-5692-4FA6-B812-FC176228AB21}" destId="{477DE8E8-825E-4785-8B9F-7DF1E33245B2}" srcOrd="5" destOrd="0" presId="urn:microsoft.com/office/officeart/2005/8/layout/vProcess5"/>
    <dgm:cxn modelId="{B233A7F0-78D2-4912-997B-7C16AF7629CD}" type="presParOf" srcId="{682E776C-5692-4FA6-B812-FC176228AB21}" destId="{3C773905-187B-464E-AAC5-E861B61CD47C}" srcOrd="6" destOrd="0" presId="urn:microsoft.com/office/officeart/2005/8/layout/vProcess5"/>
    <dgm:cxn modelId="{AB2CEFCE-A97B-4329-93C3-446CD25ADF82}" type="presParOf" srcId="{682E776C-5692-4FA6-B812-FC176228AB21}" destId="{0927316D-E733-4A35-810A-ED025F0506AD}" srcOrd="7" destOrd="0" presId="urn:microsoft.com/office/officeart/2005/8/layout/vProcess5"/>
    <dgm:cxn modelId="{149D01F9-0360-428F-9E59-9F95B08AD2B8}" type="presParOf" srcId="{682E776C-5692-4FA6-B812-FC176228AB21}" destId="{B965AF49-F10E-4A99-8BA7-04053D980C9C}" srcOrd="8" destOrd="0" presId="urn:microsoft.com/office/officeart/2005/8/layout/vProcess5"/>
    <dgm:cxn modelId="{92E8E85B-4F83-4560-B03E-1D072648060D}" type="presParOf" srcId="{682E776C-5692-4FA6-B812-FC176228AB21}" destId="{63F6C7D5-82E2-4ED0-9C0E-B0F484397B4F}" srcOrd="9" destOrd="0" presId="urn:microsoft.com/office/officeart/2005/8/layout/vProcess5"/>
    <dgm:cxn modelId="{E0E3391D-1787-4383-93E9-219D9D478765}" type="presParOf" srcId="{682E776C-5692-4FA6-B812-FC176228AB21}" destId="{C588B53B-820F-4AD8-BAC2-35196C9D8574}" srcOrd="10" destOrd="0" presId="urn:microsoft.com/office/officeart/2005/8/layout/vProcess5"/>
    <dgm:cxn modelId="{9B661855-A7C2-4E59-81E6-5A90A24ABD84}" type="presParOf" srcId="{682E776C-5692-4FA6-B812-FC176228AB21}" destId="{A4E352E2-0F5F-4005-855E-8CE883D10222}" srcOrd="11" destOrd="0" presId="urn:microsoft.com/office/officeart/2005/8/layout/vProcess5"/>
    <dgm:cxn modelId="{EDB0548B-413B-4077-B067-6E31FD18F56B}" type="presParOf" srcId="{682E776C-5692-4FA6-B812-FC176228AB21}" destId="{1CFA014C-9D59-48A6-83B0-8DB36767FC10}" srcOrd="12" destOrd="0" presId="urn:microsoft.com/office/officeart/2005/8/layout/vProcess5"/>
    <dgm:cxn modelId="{69D30185-2B13-43CA-AAE5-4572BBD78DBC}" type="presParOf" srcId="{682E776C-5692-4FA6-B812-FC176228AB21}" destId="{EBF46E09-C1A0-4C16-ADF8-B88FE9956073}" srcOrd="13" destOrd="0" presId="urn:microsoft.com/office/officeart/2005/8/layout/vProcess5"/>
    <dgm:cxn modelId="{9371EC3A-EF35-4FF8-988D-C541EFCDDD52}" type="presParOf" srcId="{682E776C-5692-4FA6-B812-FC176228AB21}" destId="{FC591489-6CFA-4FF4-934D-6BE78D29AEF1}" srcOrd="14" destOrd="0" presId="urn:microsoft.com/office/officeart/2005/8/layout/vProcess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transition spd="med">
    <p:push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transition spd="med">
    <p:push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transition spd="med">
    <p:push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sh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ransition spd="med">
    <p:push dir="r"/>
  </p:transition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HP\Documents\Robotics\f_1.mp4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ZOxPGCn4QM&amp;t=376" TargetMode="External"/><Relationship Id="rId7" Type="http://schemas.openxmlformats.org/officeDocument/2006/relationships/hyperlink" Target="https://github.com/rigbetellabs/tortoisebot/blob/ros2-humble/tortoisebot_slam/launch/cartographer.launch.py" TargetMode="External"/><Relationship Id="rId2" Type="http://schemas.openxmlformats.org/officeDocument/2006/relationships/hyperlink" Target="https://www.youtube.com/watch?v=ZaiA3hWaRz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lamtec/rplidar_ros" TargetMode="External"/><Relationship Id="rId5" Type="http://schemas.openxmlformats.org/officeDocument/2006/relationships/hyperlink" Target="https://github.com/SteveMacenski/slam_toolbox" TargetMode="External"/><Relationship Id="rId4" Type="http://schemas.openxmlformats.org/officeDocument/2006/relationships/hyperlink" Target="https://www.youtube.com/watch?v=T3if0aPj0E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1752600"/>
            <a:ext cx="5867400" cy="1829762"/>
          </a:xfrm>
        </p:spPr>
        <p:txBody>
          <a:bodyPr>
            <a:normAutofit/>
          </a:bodyPr>
          <a:lstStyle/>
          <a:p>
            <a:r>
              <a:rPr lang="en-US" b="0" dirty="0" smtClean="0">
                <a:latin typeface="Arial Black" pitchFamily="34" charset="0"/>
                <a:cs typeface="Arial" pitchFamily="34" charset="0"/>
              </a:rPr>
              <a:t>AUTONOMOUS NAVIGATION</a:t>
            </a:r>
            <a:endParaRPr lang="en-US" b="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Deekshitha Desu</a:t>
            </a:r>
            <a:endParaRPr lang="en-US" dirty="0"/>
          </a:p>
        </p:txBody>
      </p:sp>
      <p:pic>
        <p:nvPicPr>
          <p:cNvPr id="4" name="Picture 3" descr="—Pngtree—autonomous robot icon vector_2389713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304800"/>
            <a:ext cx="3963700" cy="5065513"/>
          </a:xfrm>
          <a:prstGeom prst="rect">
            <a:avLst/>
          </a:prstGeom>
        </p:spPr>
      </p:pic>
    </p:spTree>
  </p:cSld>
  <p:clrMapOvr>
    <a:masterClrMapping/>
  </p:clrMapOvr>
  <p:transition spd="med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TOPICS</a:t>
            </a:r>
            <a:endParaRPr lang="en-US" sz="3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038600" cy="4864291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Narrow" pitchFamily="34" charset="0"/>
              </a:rPr>
              <a:t>Introduction</a:t>
            </a:r>
          </a:p>
          <a:p>
            <a:r>
              <a:rPr lang="en-US" dirty="0" smtClean="0">
                <a:latin typeface="Arial Narrow" pitchFamily="34" charset="0"/>
              </a:rPr>
              <a:t>Problem Statement</a:t>
            </a:r>
          </a:p>
          <a:p>
            <a:r>
              <a:rPr lang="en-US" dirty="0" smtClean="0">
                <a:latin typeface="Arial Narrow" pitchFamily="34" charset="0"/>
              </a:rPr>
              <a:t>Objective</a:t>
            </a:r>
          </a:p>
          <a:p>
            <a:r>
              <a:rPr lang="en-US" dirty="0" smtClean="0">
                <a:latin typeface="Arial Narrow" pitchFamily="34" charset="0"/>
              </a:rPr>
              <a:t>System Architecture</a:t>
            </a:r>
          </a:p>
          <a:p>
            <a:r>
              <a:rPr lang="en-US" dirty="0" smtClean="0">
                <a:latin typeface="Arial Narrow" pitchFamily="34" charset="0"/>
              </a:rPr>
              <a:t>Work Done </a:t>
            </a:r>
          </a:p>
          <a:p>
            <a:r>
              <a:rPr lang="en-US" dirty="0" smtClean="0">
                <a:latin typeface="Arial Narrow" pitchFamily="34" charset="0"/>
              </a:rPr>
              <a:t>Methodology</a:t>
            </a:r>
          </a:p>
          <a:p>
            <a:r>
              <a:rPr lang="en-US" dirty="0" smtClean="0">
                <a:latin typeface="Arial Narrow" pitchFamily="34" charset="0"/>
              </a:rPr>
              <a:t>Challenges Faced</a:t>
            </a:r>
          </a:p>
          <a:p>
            <a:r>
              <a:rPr lang="en-US" dirty="0" smtClean="0">
                <a:latin typeface="Arial Narrow" pitchFamily="34" charset="0"/>
              </a:rPr>
              <a:t>References</a:t>
            </a:r>
          </a:p>
          <a:p>
            <a:r>
              <a:rPr lang="en-US" dirty="0" smtClean="0">
                <a:latin typeface="Arial Narrow" pitchFamily="34" charset="0"/>
              </a:rPr>
              <a:t>Future Scope</a:t>
            </a:r>
          </a:p>
          <a:p>
            <a:r>
              <a:rPr lang="en-US" dirty="0" smtClean="0">
                <a:latin typeface="Arial Narrow" pitchFamily="34" charset="0"/>
              </a:rPr>
              <a:t>Conclusion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1524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Autonomous navigation enables a robot to move without human control and navigate to a target location automatically.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INTRODUCTION</a:t>
            </a:r>
            <a:endParaRPr lang="en-US" dirty="0">
              <a:latin typeface="Algerian" pitchFamily="82" charset="0"/>
            </a:endParaRPr>
          </a:p>
        </p:txBody>
      </p:sp>
      <p:pic>
        <p:nvPicPr>
          <p:cNvPr id="1026" name="Picture 2" descr="Localization methodologies for Autonomous Warehouse Robot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0"/>
            <a:ext cx="4724400" cy="2286000"/>
          </a:xfrm>
          <a:prstGeom prst="rect">
            <a:avLst/>
          </a:prstGeom>
          <a:noFill/>
        </p:spPr>
      </p:pic>
      <p:pic>
        <p:nvPicPr>
          <p:cNvPr id="2050" name="Picture 2" descr="Meet Shakey, the Very First Mobile Thinking Robot (VIDEO) | Gadgets, Science &amp; Technolog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2209800"/>
            <a:ext cx="3314700" cy="411480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152400" y="4800600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Shakey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developed in 1966 the world’s first autonomous mobile robot capable of navigation and decision-making.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10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981201"/>
          </a:xfrm>
        </p:spPr>
        <p:txBody>
          <a:bodyPr/>
          <a:lstStyle/>
          <a:p>
            <a:r>
              <a:rPr lang="en-US" dirty="0" smtClean="0">
                <a:latin typeface="Arial Narrow" pitchFamily="34" charset="0"/>
              </a:rPr>
              <a:t>Developing an autonomous robot capable of accurate localization and navigation in real-time sensor data from LiDAR and wheel encoders.</a:t>
            </a:r>
          </a:p>
          <a:p>
            <a:endParaRPr lang="en-US" dirty="0">
              <a:latin typeface="Arial Narrow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7772400" cy="13716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latin typeface="Algerian" pitchFamily="82" charset="0"/>
              </a:rPr>
              <a:t>Problem</a:t>
            </a:r>
            <a:r>
              <a:rPr lang="en-US" sz="3600" dirty="0" smtClean="0"/>
              <a:t>  </a:t>
            </a:r>
            <a:r>
              <a:rPr lang="en-US" sz="3600" dirty="0" smtClean="0">
                <a:latin typeface="Algerian" pitchFamily="82" charset="0"/>
              </a:rPr>
              <a:t>Statement</a:t>
            </a:r>
            <a:endParaRPr lang="en-US" sz="3600" dirty="0">
              <a:latin typeface="Algerian" pitchFamily="8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1400" y="5257800"/>
            <a:ext cx="5867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itchFamily="34" charset="0"/>
                <a:cs typeface="Arial" pitchFamily="34" charset="0"/>
              </a:rPr>
              <a:t>The objective of this project is to achieve autonomous robot navigation through accurate mapping, localization, and            real-time movement.</a:t>
            </a: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533400" y="1219200"/>
          <a:ext cx="7696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1BE9C17-81AE-474D-B453-8255C2263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graphicEl>
                                              <a:dgm id="{81BE9C17-81AE-474D-B453-8255C22639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A81E047-556E-41F3-8DBB-596198303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EA81E047-556E-41F3-8DBB-5961983031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DE6817D-B09F-4B2E-AF09-88EB62939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EDE6817D-B09F-4B2E-AF09-88EB629397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23AC5D2-B922-4635-BB9B-B16F3BE58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>
                                            <p:graphicEl>
                                              <a:dgm id="{323AC5D2-B922-4635-BB9B-B16F3BE58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0A59FFE-2391-40A8-BB18-0A204F2E11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>
                                            <p:graphicEl>
                                              <a:dgm id="{B0A59FFE-2391-40A8-BB18-0A204F2E11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167FFFC-EDC8-498C-8254-C8DC5698CC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>
                                            <p:graphicEl>
                                              <a:dgm id="{6167FFFC-EDC8-498C-8254-C8DC5698CC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04C94E6-9AA9-41E7-97D8-12BC2E3809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graphicEl>
                                              <a:dgm id="{C04C94E6-9AA9-41E7-97D8-12BC2E3809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4F7DC05-3AE4-4975-9644-B1A9F0250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>
                                            <p:graphicEl>
                                              <a:dgm id="{E4F7DC05-3AE4-4975-9644-B1A9F02507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/>
      <p:bldP spid="7" grpId="0" build="allAtOnce"/>
      <p:bldGraphic spid="9" grpId="0">
        <p:bldSub>
          <a:bldDgm bld="lvlAtOnc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610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981200" y="152400"/>
            <a:ext cx="5029200" cy="135082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Hardware architecture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81200" y="152400"/>
            <a:ext cx="5029200" cy="135082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software architecture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4" name="AutoShape 2" descr="blob:https://web.whatsapp.com/707be84f-1743-46a6-ba65-8c7f7f164df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6" name="AutoShape 4" descr="blob:https://web.whatsapp.com/707be84f-1743-46a6-ba65-8c7f7f164df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8" name="AutoShape 6" descr="blob:https://web.whatsapp.com/707be84f-1743-46a6-ba65-8c7f7f164df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4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0"/>
            <a:ext cx="876299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81200" y="228600"/>
            <a:ext cx="5029200" cy="8382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100" b="1" dirty="0" smtClean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lgerian" pitchFamily="82" charset="0"/>
                <a:ea typeface="+mj-ea"/>
                <a:cs typeface="+mj-cs"/>
              </a:rPr>
              <a:t>WORK </a:t>
            </a:r>
            <a:r>
              <a:rPr kumimoji="0" lang="en-U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dONE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2469"/>
            <a:ext cx="8077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Hardware Setup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Initial Motor Control</a:t>
            </a:r>
            <a:r>
              <a:rPr lang="en-US" dirty="0" smtClean="0"/>
              <a:t>:  Developed an </a:t>
            </a:r>
            <a:r>
              <a:rPr lang="en-US" dirty="0" err="1" smtClean="0"/>
              <a:t>Arduino</a:t>
            </a:r>
            <a:r>
              <a:rPr lang="en-US" dirty="0" smtClean="0"/>
              <a:t> motor control code to control individual wheel speeds. m 30 30 30 30, m -60 60 60 -60</a:t>
            </a:r>
          </a:p>
          <a:p>
            <a:pPr marL="342900" indent="-342900">
              <a:buAutoNum type="arabicPeriod"/>
            </a:pPr>
            <a:r>
              <a:rPr lang="en-US" dirty="0" smtClean="0"/>
              <a:t>Closed Loop Encoder Feedback</a:t>
            </a:r>
          </a:p>
          <a:p>
            <a:pPr marL="342900" indent="-342900">
              <a:buAutoNum type="arabicPeriod"/>
            </a:pPr>
            <a:r>
              <a:rPr lang="en-US" dirty="0" smtClean="0"/>
              <a:t>Present Motor control: Updated the control code to support distance and angle based movement commands.</a:t>
            </a:r>
          </a:p>
          <a:p>
            <a:pPr marL="342900" indent="-342900">
              <a:buAutoNum type="arabicPeriod"/>
            </a:pPr>
            <a:r>
              <a:rPr lang="en-US" dirty="0" smtClean="0"/>
              <a:t>Bluetooth-Based Robot Control</a:t>
            </a:r>
          </a:p>
          <a:p>
            <a:pPr marL="342900" indent="-342900">
              <a:buAutoNum type="arabicPeriod"/>
            </a:pPr>
            <a:r>
              <a:rPr lang="en-US" dirty="0" smtClean="0"/>
              <a:t>Mapping: configured the Cartographer SLAM package in ROS2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3544377"/>
            <a:ext cx="2004492" cy="3008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3581400"/>
            <a:ext cx="2237861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f_1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85800" y="3657600"/>
            <a:ext cx="3048000" cy="2286000"/>
          </a:xfrm>
          <a:prstGeom prst="rect">
            <a:avLst/>
          </a:prstGeom>
        </p:spPr>
      </p:pic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5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2" grpId="0" build="allAtOnce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81200" y="228600"/>
            <a:ext cx="5029200" cy="8382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methodology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152400" y="1143000"/>
          <a:ext cx="4343400" cy="391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733800" y="914400"/>
            <a:ext cx="54102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 err="1" smtClean="0"/>
              <a:t>Arduino</a:t>
            </a:r>
            <a:r>
              <a:rPr lang="en-US" dirty="0" smtClean="0"/>
              <a:t> receives movement commands such as: front, backward, left and right.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/>
              <a:t>Arduino</a:t>
            </a:r>
            <a:r>
              <a:rPr lang="en-US" dirty="0" smtClean="0"/>
              <a:t> generates PWM control signals.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733800" y="1905000"/>
            <a:ext cx="518160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 smtClean="0"/>
              <a:t>These PWM signals are sent to the IBT-2 motor drivers.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 smtClean="0"/>
              <a:t>The motor driver controls: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 smtClean="0"/>
              <a:t>Motor direction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 smtClean="0"/>
              <a:t>Motor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3800" y="3801070"/>
            <a:ext cx="601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5.The motors rotate according to the PWM</a:t>
            </a:r>
          </a:p>
          <a:p>
            <a:r>
              <a:rPr lang="en-US" dirty="0" smtClean="0"/>
              <a:t>    values.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33800" y="4459069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6.Wheel encoders continuously measure rotation and calculates wheel speed, distance, and direction.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276600" y="5410200"/>
            <a:ext cx="5715000" cy="1295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29000" y="5486400"/>
            <a:ext cx="754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Arduino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continuously compares: Desired wheel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speed  and actual wheel speed from encoders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If error occurs: PWM is adjusted automatically and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motor speed is corrected.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400" y="5341203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 Black" pitchFamily="34" charset="0"/>
              </a:rPr>
              <a:t>CLOSED LOOP CONTROL</a:t>
            </a:r>
            <a:endParaRPr lang="en-US" sz="2400" b="1" dirty="0">
              <a:latin typeface="Arial Black" pitchFamily="34" charset="0"/>
            </a:endParaRP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7F966E-1665-484C-8B7F-FC4FC4552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527F966E-1665-484C-8B7F-FC4FC45522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C773905-187B-464E-AAC5-E861B61CD4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3C773905-187B-464E-AAC5-E861B61CD4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6B3C219-BFA2-440B-8435-80E0A33E7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86B3C219-BFA2-440B-8435-80E0A33E70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927316D-E733-4A35-810A-ED025F0506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graphicEl>
                                              <a:dgm id="{0927316D-E733-4A35-810A-ED025F0506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B0A0DD4-980D-4380-90BB-C094C15D20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graphicEl>
                                              <a:dgm id="{5B0A0DD4-980D-4380-90BB-C094C15D20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65AF49-F10E-4A99-8BA7-04053D980C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B965AF49-F10E-4A99-8BA7-04053D980C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38F69E8-DCEC-4D4E-809B-510C73E608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graphicEl>
                                              <a:dgm id="{C38F69E8-DCEC-4D4E-809B-510C73E608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3F6C7D5-82E2-4ED0-9C0E-B0F484397B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63F6C7D5-82E2-4ED0-9C0E-B0F484397B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77DE8E8-825E-4785-8B9F-7DF1E33245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graphicEl>
                                              <a:dgm id="{477DE8E8-825E-4785-8B9F-7DF1E33245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Graphic spid="3" grpId="0">
        <p:bldSub>
          <a:bldDgm/>
        </p:bldSub>
      </p:bldGraphic>
      <p:bldP spid="4" grpId="0" build="p"/>
      <p:bldP spid="5" grpId="0" build="p"/>
      <p:bldP spid="6" grpId="0" build="p"/>
      <p:bldP spid="7" grpId="0" build="p"/>
      <p:bldP spid="12" grpId="0" animBg="1"/>
      <p:bldP spid="13" grpId="0" build="allAtOnce"/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81200" y="228600"/>
            <a:ext cx="5029200" cy="8382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challEnges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988874"/>
            <a:ext cx="853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Mechanical alignment issues between motors and wheels.</a:t>
            </a:r>
          </a:p>
          <a:p>
            <a:pPr marL="342900" indent="-342900">
              <a:buAutoNum type="arabicPeriod"/>
            </a:pPr>
            <a:r>
              <a:rPr lang="en-US" dirty="0" smtClean="0"/>
              <a:t>Voltage and power supply issues for the </a:t>
            </a:r>
            <a:r>
              <a:rPr lang="en-US" dirty="0" err="1" smtClean="0"/>
              <a:t>ardunio</a:t>
            </a:r>
            <a:r>
              <a:rPr lang="en-US" dirty="0" smtClean="0"/>
              <a:t>.</a:t>
            </a:r>
          </a:p>
          <a:p>
            <a:pPr marL="342900" indent="-342900">
              <a:buAutoNum type="arabicPeriod"/>
            </a:pPr>
            <a:r>
              <a:rPr lang="en-US" dirty="0" smtClean="0"/>
              <a:t>Bluetooth module communication issues.</a:t>
            </a:r>
          </a:p>
          <a:p>
            <a:pPr marL="342900" indent="-342900">
              <a:buAutoNum type="arabicPeriod"/>
            </a:pPr>
            <a:r>
              <a:rPr lang="en-US" dirty="0" smtClean="0"/>
              <a:t>SSH connectivity over Wi-Fi regarding the </a:t>
            </a:r>
            <a:r>
              <a:rPr lang="en-US" dirty="0" err="1" smtClean="0"/>
              <a:t>ip</a:t>
            </a:r>
            <a:r>
              <a:rPr lang="en-US" dirty="0" smtClean="0"/>
              <a:t>-address.</a:t>
            </a:r>
          </a:p>
          <a:p>
            <a:pPr marL="342900" indent="-342900">
              <a:buAutoNum type="arabicPeriod"/>
            </a:pPr>
            <a:r>
              <a:rPr lang="en-US" dirty="0" smtClean="0"/>
              <a:t>Encoder noise and detection issues.</a:t>
            </a:r>
          </a:p>
          <a:p>
            <a:pPr marL="342900" indent="-342900">
              <a:buAutoNum type="arabicPeriod"/>
            </a:pPr>
            <a:r>
              <a:rPr lang="en-US" dirty="0" smtClean="0"/>
              <a:t>Network instability while performing mapping using ROS2.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05000" y="2971800"/>
            <a:ext cx="5029200" cy="8382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references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3711476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>
                <a:hlinkClick r:id="rId2"/>
              </a:rPr>
              <a:t>https://www.youtube.com/watch?v=ZaiA3hWaRzE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>
                <a:hlinkClick r:id="rId3"/>
              </a:rPr>
              <a:t>https://www.youtube.com/watch?v=rZOxPGCn4QM&amp;t=376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>
                <a:hlinkClick r:id="rId4"/>
              </a:rPr>
              <a:t>https://www.youtube.com/watch?v=T3if0aPj0Eo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>
                <a:hlinkClick r:id="rId5"/>
              </a:rPr>
              <a:t>https://github.com/SteveMacenski/slam_toolbox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>
                <a:hlinkClick r:id="rId6"/>
              </a:rPr>
              <a:t>https://github.com/Slamtec/rplidar_ros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>
                <a:hlinkClick r:id="rId7"/>
              </a:rPr>
              <a:t>https://github.com/rigbetellabs/tortoisebot/blob/ros2-humble/tortoisebot_slam/launch/cartographer.launch.py</a:t>
            </a:r>
            <a:endParaRPr lang="en-US" dirty="0" smtClean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4" grpId="0" build="allAtOnce"/>
      <p:bldP spid="5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05000" y="152400"/>
            <a:ext cx="5029200" cy="8382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rPr>
              <a:t>Future scope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66800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Implement fully autonomous point-to-point navigation.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Integrate obstacle avoidance for safe indoor navigation.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Autonomous indoor delivery robot.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2050" name="AutoShape 2" descr="Indoor Delivery Robot - 365Robot Pte Lt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Indoor Delivery Robot - 365Robot Pte Lt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2000249"/>
            <a:ext cx="2638425" cy="2724151"/>
          </a:xfrm>
          <a:prstGeom prst="rect">
            <a:avLst/>
          </a:prstGeom>
          <a:noFill/>
        </p:spPr>
      </p:pic>
      <p:pic>
        <p:nvPicPr>
          <p:cNvPr id="2054" name="Picture 6" descr="Cartken autonomous robot facilitates indoor, outdoor material handling |  CompositesWorl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981200"/>
            <a:ext cx="2542540" cy="2819400"/>
          </a:xfrm>
          <a:prstGeom prst="rect">
            <a:avLst/>
          </a:prstGeom>
          <a:noFill/>
        </p:spPr>
      </p:pic>
      <p:pic>
        <p:nvPicPr>
          <p:cNvPr id="2056" name="Picture 8" descr="Autonomous Delivery Robot Receiving a Package from a Human Hand in a Modern  Indoor Environment Stock Illustration - Illustration of machine, logistics:  41701164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9490" y="1981200"/>
            <a:ext cx="3017310" cy="2667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28600" y="4944070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conclusion, the project has been completed up to the mapping stage using Cartographer SLAM, and the next phase focuses on AMCL-based localization for autonomous navigation.</a:t>
            </a:r>
            <a:endParaRPr lang="en-US" dirty="0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8" grpId="0" build="allAtOnce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1001</TotalTime>
  <Words>425</Words>
  <Application>Microsoft Office PowerPoint</Application>
  <PresentationFormat>On-screen Show (4:3)</PresentationFormat>
  <Paragraphs>73</Paragraphs>
  <Slides>10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AUTONOMOUS NAVIGATION</vt:lpstr>
      <vt:lpstr>TOPICS</vt:lpstr>
      <vt:lpstr>INTRODUCTION</vt:lpstr>
      <vt:lpstr>Problem  Statement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NAVIGATION</dc:title>
  <dc:creator>HP</dc:creator>
  <cp:lastModifiedBy>HP</cp:lastModifiedBy>
  <cp:revision>11</cp:revision>
  <dcterms:created xsi:type="dcterms:W3CDTF">2006-08-16T00:00:00Z</dcterms:created>
  <dcterms:modified xsi:type="dcterms:W3CDTF">2026-07-15T11:42:30Z</dcterms:modified>
</cp:coreProperties>
</file>