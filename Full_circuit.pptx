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/>
          <p:cNvSpPr/>
          <p:nvPr/>
        </p:nvSpPr>
        <p:spPr>
          <a:xfrm>
            <a:off x="6858000" y="4505325"/>
            <a:ext cx="409575" cy="25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/>
          <p:cNvSpPr/>
          <p:nvPr/>
        </p:nvSpPr>
        <p:spPr>
          <a:xfrm>
            <a:off x="7267575" y="4505325"/>
            <a:ext cx="409575" cy="254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2200" y="0"/>
            <a:ext cx="4038600" cy="499745"/>
          </a:xfrm>
        </p:spPr>
        <p:txBody>
          <a:bodyPr>
            <a:noAutofit/>
          </a:bodyPr>
          <a:lstStyle/>
          <a:p>
            <a:r>
              <a:rPr lang="en-US" sz="1500" dirty="0" smtClean="0"/>
              <a:t>FULL CIRCUIT</a:t>
            </a:r>
            <a:endParaRPr lang="en-US" sz="1500" dirty="0"/>
          </a:p>
        </p:txBody>
      </p:sp>
      <p:sp>
        <p:nvSpPr>
          <p:cNvPr id="4" name="Oval 3"/>
          <p:cNvSpPr/>
          <p:nvPr/>
        </p:nvSpPr>
        <p:spPr>
          <a:xfrm>
            <a:off x="88900" y="939800"/>
            <a:ext cx="762000" cy="4572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8900" y="9398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Motor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1689100" y="711200"/>
            <a:ext cx="990600" cy="1066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825500" y="1092200"/>
            <a:ext cx="8382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25500" y="1244600"/>
            <a:ext cx="8382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63700" y="939800"/>
            <a:ext cx="38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M+</a:t>
            </a:r>
          </a:p>
          <a:p>
            <a:r>
              <a:rPr lang="en-US" sz="1100" dirty="0" smtClean="0"/>
              <a:t>M-</a:t>
            </a:r>
          </a:p>
          <a:p>
            <a:r>
              <a:rPr lang="en-US" sz="1100" dirty="0" smtClean="0"/>
              <a:t>B+B-</a:t>
            </a:r>
            <a:endParaRPr lang="en-US" sz="1100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850900" y="1587500"/>
            <a:ext cx="8382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609600" y="1436688"/>
            <a:ext cx="1079500" cy="111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 rot="5176890">
            <a:off x="8297808" y="2633678"/>
            <a:ext cx="9867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Battery</a:t>
            </a:r>
          </a:p>
          <a:p>
            <a:r>
              <a:rPr lang="en-US" sz="1100" dirty="0" smtClean="0"/>
              <a:t>12V</a:t>
            </a:r>
            <a:endParaRPr lang="en-US" sz="1100" dirty="0"/>
          </a:p>
        </p:txBody>
      </p:sp>
      <p:cxnSp>
        <p:nvCxnSpPr>
          <p:cNvPr id="68" name="Straight Connector 67"/>
          <p:cNvCxnSpPr/>
          <p:nvPr/>
        </p:nvCxnSpPr>
        <p:spPr>
          <a:xfrm rot="5400000">
            <a:off x="-1282700" y="3721100"/>
            <a:ext cx="42672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rot="5400000">
            <a:off x="-1713706" y="3771106"/>
            <a:ext cx="46482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71550" y="5419725"/>
            <a:ext cx="723900" cy="4000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990600" y="5438775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Motor</a:t>
            </a:r>
            <a:endParaRPr lang="en-US" sz="1600" b="1" dirty="0"/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838200" y="5791200"/>
            <a:ext cx="72390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 flipH="1">
            <a:off x="7150100" y="5257800"/>
            <a:ext cx="762000" cy="4572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 flipH="1">
            <a:off x="7086600" y="53340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Motor</a:t>
            </a:r>
            <a:endParaRPr lang="en-US" b="1" dirty="0"/>
          </a:p>
        </p:txBody>
      </p:sp>
      <p:sp>
        <p:nvSpPr>
          <p:cNvPr id="52" name="Rectangle 51"/>
          <p:cNvSpPr/>
          <p:nvPr/>
        </p:nvSpPr>
        <p:spPr>
          <a:xfrm flipH="1">
            <a:off x="4876800" y="4800600"/>
            <a:ext cx="1905000" cy="83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/>
          <p:cNvCxnSpPr/>
          <p:nvPr/>
        </p:nvCxnSpPr>
        <p:spPr>
          <a:xfrm rot="5400000">
            <a:off x="5384006" y="5702300"/>
            <a:ext cx="229394" cy="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rot="5400000">
            <a:off x="3098800" y="5740400"/>
            <a:ext cx="2032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rot="5400000">
            <a:off x="2723193" y="5872795"/>
            <a:ext cx="443242" cy="31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V="1">
            <a:off x="609600" y="6019800"/>
            <a:ext cx="7620000" cy="76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rot="5400000">
            <a:off x="5130800" y="5829300"/>
            <a:ext cx="3810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rot="5400000">
            <a:off x="6888956" y="4679950"/>
            <a:ext cx="2667794" cy="134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8534400" y="2374900"/>
            <a:ext cx="406400" cy="9906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8" name="Group 187"/>
          <p:cNvGrpSpPr/>
          <p:nvPr/>
        </p:nvGrpSpPr>
        <p:grpSpPr>
          <a:xfrm>
            <a:off x="4876800" y="711200"/>
            <a:ext cx="3276600" cy="1143000"/>
            <a:chOff x="4876800" y="711200"/>
            <a:chExt cx="3276600" cy="1143000"/>
          </a:xfrm>
        </p:grpSpPr>
        <p:sp>
          <p:nvSpPr>
            <p:cNvPr id="23" name="Oval 22"/>
            <p:cNvSpPr/>
            <p:nvPr/>
          </p:nvSpPr>
          <p:spPr>
            <a:xfrm flipH="1">
              <a:off x="6680200" y="914400"/>
              <a:ext cx="762000" cy="4572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 flipH="1">
              <a:off x="6705600" y="914400"/>
              <a:ext cx="106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/>
                <a:t>Motor</a:t>
              </a:r>
              <a:endParaRPr lang="en-US" b="1" dirty="0"/>
            </a:p>
          </p:txBody>
        </p:sp>
        <p:sp>
          <p:nvSpPr>
            <p:cNvPr id="25" name="Rectangle 24"/>
            <p:cNvSpPr/>
            <p:nvPr/>
          </p:nvSpPr>
          <p:spPr>
            <a:xfrm flipH="1">
              <a:off x="4876800" y="711200"/>
              <a:ext cx="990600" cy="1143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/>
            <p:cNvCxnSpPr/>
            <p:nvPr/>
          </p:nvCxnSpPr>
          <p:spPr>
            <a:xfrm flipH="1">
              <a:off x="5867400" y="1066800"/>
              <a:ext cx="838200" cy="15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5854700" y="1219200"/>
              <a:ext cx="8382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 flipH="1">
              <a:off x="5511800" y="914400"/>
              <a:ext cx="381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smtClean="0"/>
                <a:t>M+</a:t>
              </a:r>
            </a:p>
            <a:p>
              <a:r>
                <a:rPr lang="en-US" sz="1100" dirty="0" smtClean="0"/>
                <a:t>M-</a:t>
              </a:r>
            </a:p>
            <a:p>
              <a:r>
                <a:rPr lang="en-US" sz="1100" dirty="0" smtClean="0"/>
                <a:t>B+B-</a:t>
              </a:r>
              <a:endParaRPr lang="en-US" sz="1100" dirty="0"/>
            </a:p>
          </p:txBody>
        </p:sp>
        <p:cxnSp>
          <p:nvCxnSpPr>
            <p:cNvPr id="29" name="Straight Connector 28"/>
            <p:cNvCxnSpPr/>
            <p:nvPr/>
          </p:nvCxnSpPr>
          <p:spPr>
            <a:xfrm rot="10800000" flipV="1">
              <a:off x="5867400" y="1524000"/>
              <a:ext cx="21336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0800000" flipV="1">
              <a:off x="5867400" y="1371600"/>
              <a:ext cx="2286000" cy="15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Rectangle 59"/>
          <p:cNvSpPr/>
          <p:nvPr/>
        </p:nvSpPr>
        <p:spPr>
          <a:xfrm>
            <a:off x="7924800" y="2362200"/>
            <a:ext cx="457200" cy="990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/>
          <p:cNvCxnSpPr/>
          <p:nvPr/>
        </p:nvCxnSpPr>
        <p:spPr>
          <a:xfrm>
            <a:off x="8382000" y="25908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8394700" y="27432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rot="5400000">
            <a:off x="7581900" y="1943100"/>
            <a:ext cx="8382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endCxn id="60" idx="0"/>
          </p:cNvCxnSpPr>
          <p:nvPr/>
        </p:nvCxnSpPr>
        <p:spPr>
          <a:xfrm rot="5400000">
            <a:off x="7658100" y="1866900"/>
            <a:ext cx="9906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rot="5400000" flipH="1" flipV="1">
            <a:off x="6871494" y="4584700"/>
            <a:ext cx="2412206" cy="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 rot="5400000">
            <a:off x="7263944" y="3023057"/>
            <a:ext cx="1752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smtClean="0"/>
              <a:t>Battery </a:t>
            </a:r>
          </a:p>
          <a:p>
            <a:r>
              <a:rPr lang="en-US" sz="1100" b="1" dirty="0" smtClean="0"/>
              <a:t>connector</a:t>
            </a:r>
            <a:endParaRPr lang="en-US" sz="1100" b="1" dirty="0"/>
          </a:p>
        </p:txBody>
      </p:sp>
      <p:sp>
        <p:nvSpPr>
          <p:cNvPr id="108" name="Rounded Rectangle 107"/>
          <p:cNvSpPr/>
          <p:nvPr/>
        </p:nvSpPr>
        <p:spPr>
          <a:xfrm>
            <a:off x="2667000" y="2743200"/>
            <a:ext cx="2730500" cy="12801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 rot="16200000">
            <a:off x="5044443" y="2827022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 rot="16200000">
            <a:off x="5252086" y="28194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/>
          <p:cNvSpPr txBox="1"/>
          <p:nvPr/>
        </p:nvSpPr>
        <p:spPr>
          <a:xfrm>
            <a:off x="2171700" y="714375"/>
            <a:ext cx="6096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VCC</a:t>
            </a:r>
          </a:p>
          <a:p>
            <a:r>
              <a:rPr lang="en-US" sz="1100" dirty="0" smtClean="0"/>
              <a:t>GND</a:t>
            </a:r>
          </a:p>
          <a:p>
            <a:r>
              <a:rPr lang="en-US" sz="1100" dirty="0" smtClean="0"/>
              <a:t>RPWM</a:t>
            </a:r>
          </a:p>
          <a:p>
            <a:r>
              <a:rPr lang="en-US" sz="1100" dirty="0" smtClean="0"/>
              <a:t>LPWM</a:t>
            </a:r>
          </a:p>
          <a:p>
            <a:endParaRPr lang="en-US" sz="1100" dirty="0" smtClean="0"/>
          </a:p>
          <a:p>
            <a:endParaRPr lang="en-US" sz="1100" dirty="0" smtClean="0"/>
          </a:p>
          <a:p>
            <a:endParaRPr lang="en-US" sz="1100" dirty="0"/>
          </a:p>
        </p:txBody>
      </p:sp>
      <p:sp>
        <p:nvSpPr>
          <p:cNvPr id="117" name="TextBox 116"/>
          <p:cNvSpPr txBox="1"/>
          <p:nvPr/>
        </p:nvSpPr>
        <p:spPr>
          <a:xfrm>
            <a:off x="4838700" y="723900"/>
            <a:ext cx="6096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VCC</a:t>
            </a:r>
          </a:p>
          <a:p>
            <a:r>
              <a:rPr lang="en-US" sz="1100" dirty="0" smtClean="0"/>
              <a:t>GND</a:t>
            </a:r>
          </a:p>
          <a:p>
            <a:r>
              <a:rPr lang="en-US" sz="1100" dirty="0" smtClean="0"/>
              <a:t>RPWM</a:t>
            </a:r>
          </a:p>
          <a:p>
            <a:r>
              <a:rPr lang="en-US" sz="1100" dirty="0" smtClean="0"/>
              <a:t>LPWM</a:t>
            </a:r>
          </a:p>
          <a:p>
            <a:endParaRPr lang="en-US" sz="1100" dirty="0"/>
          </a:p>
        </p:txBody>
      </p:sp>
      <p:sp>
        <p:nvSpPr>
          <p:cNvPr id="34" name="Rectangle 33"/>
          <p:cNvSpPr/>
          <p:nvPr/>
        </p:nvSpPr>
        <p:spPr>
          <a:xfrm>
            <a:off x="2057400" y="4800600"/>
            <a:ext cx="2057400" cy="83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2133600" y="5391150"/>
            <a:ext cx="1273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M+   M-        B+   B-</a:t>
            </a:r>
            <a:endParaRPr lang="en-US" sz="1100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1676400" y="5562600"/>
            <a:ext cx="3810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rot="10800000" flipV="1">
            <a:off x="1676400" y="5715000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 rot="5400000">
            <a:off x="2515394" y="563800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2057400" y="4800600"/>
            <a:ext cx="2133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            L_EN R_EN RPWM LPWM</a:t>
            </a:r>
            <a:endParaRPr lang="en-US" sz="1100" dirty="0"/>
          </a:p>
        </p:txBody>
      </p:sp>
      <p:cxnSp>
        <p:nvCxnSpPr>
          <p:cNvPr id="140" name="Straight Connector 139"/>
          <p:cNvCxnSpPr/>
          <p:nvPr/>
        </p:nvCxnSpPr>
        <p:spPr>
          <a:xfrm>
            <a:off x="6781800" y="5486400"/>
            <a:ext cx="3810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4800600" y="4800600"/>
            <a:ext cx="2133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RPWM   LPWM    L_EN  R_EN </a:t>
            </a:r>
            <a:endParaRPr lang="en-US" sz="1100" dirty="0"/>
          </a:p>
        </p:txBody>
      </p:sp>
      <p:sp>
        <p:nvSpPr>
          <p:cNvPr id="115" name="Rectangle 114"/>
          <p:cNvSpPr/>
          <p:nvPr/>
        </p:nvSpPr>
        <p:spPr>
          <a:xfrm>
            <a:off x="3352800" y="1219200"/>
            <a:ext cx="409575" cy="25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3762375" y="1219200"/>
            <a:ext cx="409575" cy="254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TextBox 147"/>
          <p:cNvSpPr txBox="1"/>
          <p:nvPr/>
        </p:nvSpPr>
        <p:spPr>
          <a:xfrm>
            <a:off x="6848475" y="4410075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       +</a:t>
            </a:r>
            <a:endParaRPr lang="en-US" dirty="0"/>
          </a:p>
        </p:txBody>
      </p:sp>
      <p:cxnSp>
        <p:nvCxnSpPr>
          <p:cNvPr id="156" name="Straight Connector 155"/>
          <p:cNvCxnSpPr/>
          <p:nvPr/>
        </p:nvCxnSpPr>
        <p:spPr>
          <a:xfrm>
            <a:off x="2667000" y="838200"/>
            <a:ext cx="22098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/>
          <p:nvPr/>
        </p:nvCxnSpPr>
        <p:spPr>
          <a:xfrm rot="10800000">
            <a:off x="2667000" y="990600"/>
            <a:ext cx="22098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 rot="16200000" flipH="1">
            <a:off x="3409156" y="1086644"/>
            <a:ext cx="203994" cy="11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4343400" y="4914900"/>
            <a:ext cx="53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171" name="TextBox 170"/>
          <p:cNvSpPr txBox="1"/>
          <p:nvPr/>
        </p:nvSpPr>
        <p:spPr>
          <a:xfrm>
            <a:off x="3733800" y="4876800"/>
            <a:ext cx="685800" cy="722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100" dirty="0" smtClean="0"/>
              <a:t>GND</a:t>
            </a:r>
          </a:p>
          <a:p>
            <a:pPr>
              <a:lnSpc>
                <a:spcPct val="200000"/>
              </a:lnSpc>
            </a:pPr>
            <a:r>
              <a:rPr lang="en-US" sz="1100" dirty="0" smtClean="0"/>
              <a:t>VCC</a:t>
            </a:r>
            <a:endParaRPr lang="en-US" sz="1100" dirty="0"/>
          </a:p>
        </p:txBody>
      </p:sp>
      <p:sp>
        <p:nvSpPr>
          <p:cNvPr id="172" name="TextBox 171"/>
          <p:cNvSpPr txBox="1"/>
          <p:nvPr/>
        </p:nvSpPr>
        <p:spPr>
          <a:xfrm>
            <a:off x="4826000" y="4902200"/>
            <a:ext cx="685800" cy="722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100" dirty="0" smtClean="0"/>
              <a:t>GND</a:t>
            </a:r>
          </a:p>
          <a:p>
            <a:pPr>
              <a:lnSpc>
                <a:spcPct val="200000"/>
              </a:lnSpc>
            </a:pPr>
            <a:r>
              <a:rPr lang="en-US" sz="1100" dirty="0" smtClean="0"/>
              <a:t>VCC</a:t>
            </a:r>
            <a:endParaRPr lang="en-US" sz="1100" dirty="0"/>
          </a:p>
        </p:txBody>
      </p:sp>
      <p:cxnSp>
        <p:nvCxnSpPr>
          <p:cNvPr id="175" name="Straight Connector 174"/>
          <p:cNvCxnSpPr/>
          <p:nvPr/>
        </p:nvCxnSpPr>
        <p:spPr>
          <a:xfrm>
            <a:off x="4114800" y="5105400"/>
            <a:ext cx="76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/>
          <p:nvPr/>
        </p:nvCxnSpPr>
        <p:spPr>
          <a:xfrm>
            <a:off x="4114800" y="5410200"/>
            <a:ext cx="7620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3492500" y="3098800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 ARDUINO</a:t>
            </a:r>
          </a:p>
          <a:p>
            <a:r>
              <a:rPr lang="en-US" sz="1200" b="1" dirty="0" smtClean="0"/>
              <a:t>Mega 2560</a:t>
            </a:r>
            <a:endParaRPr lang="en-US" sz="1200" b="1" dirty="0"/>
          </a:p>
        </p:txBody>
      </p:sp>
      <p:sp>
        <p:nvSpPr>
          <p:cNvPr id="179" name="Oval 178"/>
          <p:cNvSpPr/>
          <p:nvPr/>
        </p:nvSpPr>
        <p:spPr>
          <a:xfrm>
            <a:off x="5181600" y="36576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/>
          <p:cNvSpPr/>
          <p:nvPr/>
        </p:nvSpPr>
        <p:spPr>
          <a:xfrm>
            <a:off x="5194300" y="34925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4" name="Straight Connector 213"/>
          <p:cNvCxnSpPr/>
          <p:nvPr/>
        </p:nvCxnSpPr>
        <p:spPr>
          <a:xfrm rot="5400000">
            <a:off x="3695700" y="1028700"/>
            <a:ext cx="3810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 rot="16200000">
            <a:off x="3267076" y="28194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/>
          <p:cNvSpPr/>
          <p:nvPr/>
        </p:nvSpPr>
        <p:spPr>
          <a:xfrm rot="16200000">
            <a:off x="2819403" y="2827022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/>
          <p:cNvSpPr/>
          <p:nvPr/>
        </p:nvSpPr>
        <p:spPr>
          <a:xfrm rot="16200000">
            <a:off x="3006093" y="2827022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/>
          <p:cNvSpPr/>
          <p:nvPr/>
        </p:nvSpPr>
        <p:spPr>
          <a:xfrm rot="16200000">
            <a:off x="3147063" y="2819402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/>
          <p:cNvSpPr/>
          <p:nvPr/>
        </p:nvSpPr>
        <p:spPr>
          <a:xfrm rot="16200000">
            <a:off x="4000500" y="28194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/>
          <p:cNvSpPr/>
          <p:nvPr/>
        </p:nvSpPr>
        <p:spPr>
          <a:xfrm rot="16200000">
            <a:off x="3505200" y="282702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/>
          <p:cNvSpPr/>
          <p:nvPr/>
        </p:nvSpPr>
        <p:spPr>
          <a:xfrm rot="16200000">
            <a:off x="3672840" y="282702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/>
          <p:cNvSpPr/>
          <p:nvPr/>
        </p:nvSpPr>
        <p:spPr>
          <a:xfrm rot="16200000">
            <a:off x="3832860" y="28194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/>
          <p:cNvSpPr/>
          <p:nvPr/>
        </p:nvSpPr>
        <p:spPr>
          <a:xfrm rot="16200000">
            <a:off x="3454400" y="38735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/>
          <p:cNvSpPr/>
          <p:nvPr/>
        </p:nvSpPr>
        <p:spPr>
          <a:xfrm rot="16200000">
            <a:off x="2844800" y="385572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val 228"/>
          <p:cNvSpPr/>
          <p:nvPr/>
        </p:nvSpPr>
        <p:spPr>
          <a:xfrm rot="16200000">
            <a:off x="3235960" y="38735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Oval 230"/>
          <p:cNvSpPr/>
          <p:nvPr/>
        </p:nvSpPr>
        <p:spPr>
          <a:xfrm rot="16200000">
            <a:off x="4686300" y="28194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Oval 231"/>
          <p:cNvSpPr/>
          <p:nvPr/>
        </p:nvSpPr>
        <p:spPr>
          <a:xfrm rot="16200000">
            <a:off x="4168140" y="279654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Oval 232"/>
          <p:cNvSpPr/>
          <p:nvPr/>
        </p:nvSpPr>
        <p:spPr>
          <a:xfrm rot="16200000">
            <a:off x="4312920" y="278892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Oval 233"/>
          <p:cNvSpPr/>
          <p:nvPr/>
        </p:nvSpPr>
        <p:spPr>
          <a:xfrm rot="16200000">
            <a:off x="4518660" y="28194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6" name="Straight Connector 245"/>
          <p:cNvCxnSpPr/>
          <p:nvPr/>
        </p:nvCxnSpPr>
        <p:spPr>
          <a:xfrm rot="5400000">
            <a:off x="2847975" y="4381500"/>
            <a:ext cx="838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/>
          <p:cNvCxnSpPr/>
          <p:nvPr/>
        </p:nvCxnSpPr>
        <p:spPr>
          <a:xfrm rot="5400000">
            <a:off x="3074194" y="4380706"/>
            <a:ext cx="838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/>
          <p:cNvSpPr txBox="1"/>
          <p:nvPr/>
        </p:nvSpPr>
        <p:spPr>
          <a:xfrm>
            <a:off x="2997200" y="3660775"/>
            <a:ext cx="889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     D2  D3</a:t>
            </a:r>
            <a:endParaRPr lang="en-US" sz="1100" dirty="0"/>
          </a:p>
        </p:txBody>
      </p:sp>
      <p:sp>
        <p:nvSpPr>
          <p:cNvPr id="249" name="Oval 248"/>
          <p:cNvSpPr/>
          <p:nvPr/>
        </p:nvSpPr>
        <p:spPr>
          <a:xfrm rot="16200000">
            <a:off x="4683760" y="38989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/>
          <p:cNvCxnSpPr/>
          <p:nvPr/>
        </p:nvCxnSpPr>
        <p:spPr>
          <a:xfrm rot="5400000">
            <a:off x="3657600" y="4495800"/>
            <a:ext cx="12192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/>
          <p:cNvCxnSpPr/>
          <p:nvPr/>
        </p:nvCxnSpPr>
        <p:spPr>
          <a:xfrm rot="5400000">
            <a:off x="3733800" y="4648200"/>
            <a:ext cx="15240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Oval 257"/>
          <p:cNvSpPr/>
          <p:nvPr/>
        </p:nvSpPr>
        <p:spPr>
          <a:xfrm rot="16200000">
            <a:off x="4226560" y="38862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Oval 258"/>
          <p:cNvSpPr/>
          <p:nvPr/>
        </p:nvSpPr>
        <p:spPr>
          <a:xfrm rot="16200000">
            <a:off x="4455160" y="38862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5" name="Straight Connector 264"/>
          <p:cNvCxnSpPr/>
          <p:nvPr/>
        </p:nvCxnSpPr>
        <p:spPr>
          <a:xfrm rot="10800000" flipH="1" flipV="1">
            <a:off x="4720318" y="3963940"/>
            <a:ext cx="4081" cy="912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/>
          <p:cNvCxnSpPr/>
          <p:nvPr/>
        </p:nvCxnSpPr>
        <p:spPr>
          <a:xfrm>
            <a:off x="4724400" y="48895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/>
          <p:cNvSpPr/>
          <p:nvPr/>
        </p:nvSpPr>
        <p:spPr>
          <a:xfrm rot="16200000">
            <a:off x="4912360" y="38989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4038600" y="3657600"/>
            <a:ext cx="1295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GND  5V  D4 D5</a:t>
            </a:r>
            <a:endParaRPr lang="en-US" sz="1100" dirty="0"/>
          </a:p>
        </p:txBody>
      </p:sp>
      <p:cxnSp>
        <p:nvCxnSpPr>
          <p:cNvPr id="119" name="Straight Connector 118"/>
          <p:cNvCxnSpPr/>
          <p:nvPr/>
        </p:nvCxnSpPr>
        <p:spPr>
          <a:xfrm>
            <a:off x="5270500" y="3695700"/>
            <a:ext cx="609600" cy="158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rot="5400000">
            <a:off x="5311775" y="4270375"/>
            <a:ext cx="1143000" cy="158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/>
          <p:nvPr/>
        </p:nvCxnSpPr>
        <p:spPr>
          <a:xfrm rot="5400000">
            <a:off x="5372894" y="4164806"/>
            <a:ext cx="1295400" cy="158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1905000" y="1524000"/>
            <a:ext cx="1066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R_EN  L_EN</a:t>
            </a:r>
            <a:endParaRPr lang="en-US" sz="1100" dirty="0"/>
          </a:p>
        </p:txBody>
      </p:sp>
      <p:sp>
        <p:nvSpPr>
          <p:cNvPr id="128" name="Rectangle 127"/>
          <p:cNvSpPr/>
          <p:nvPr/>
        </p:nvSpPr>
        <p:spPr>
          <a:xfrm>
            <a:off x="7058025" y="1600200"/>
            <a:ext cx="533400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7302500" y="3708400"/>
            <a:ext cx="685800" cy="381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/>
          <p:cNvSpPr txBox="1"/>
          <p:nvPr/>
        </p:nvSpPr>
        <p:spPr>
          <a:xfrm>
            <a:off x="4848225" y="1600200"/>
            <a:ext cx="1066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R_EN  L_EN</a:t>
            </a:r>
            <a:endParaRPr lang="en-US" sz="1100" dirty="0"/>
          </a:p>
        </p:txBody>
      </p:sp>
      <p:cxnSp>
        <p:nvCxnSpPr>
          <p:cNvPr id="135" name="Straight Connector 134"/>
          <p:cNvCxnSpPr/>
          <p:nvPr/>
        </p:nvCxnSpPr>
        <p:spPr>
          <a:xfrm rot="16200000" flipH="1">
            <a:off x="4613910" y="2329815"/>
            <a:ext cx="960120" cy="1524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 rot="16200000" flipH="1">
            <a:off x="4794885" y="2348865"/>
            <a:ext cx="960120" cy="1524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>
            <a:off x="4572000" y="1219200"/>
            <a:ext cx="304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>
            <a:off x="4724400" y="13716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>
            <a:endCxn id="231" idx="2"/>
          </p:cNvCxnSpPr>
          <p:nvPr/>
        </p:nvCxnSpPr>
        <p:spPr>
          <a:xfrm rot="5400000">
            <a:off x="3963194" y="2132806"/>
            <a:ext cx="152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 rot="5400000">
            <a:off x="3733800" y="2034540"/>
            <a:ext cx="1676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/>
          <p:cNvSpPr/>
          <p:nvPr/>
        </p:nvSpPr>
        <p:spPr>
          <a:xfrm rot="16200000">
            <a:off x="3045460" y="3883025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8" name="Straight Connector 157"/>
          <p:cNvCxnSpPr/>
          <p:nvPr/>
        </p:nvCxnSpPr>
        <p:spPr>
          <a:xfrm rot="5400000">
            <a:off x="2648744" y="4380706"/>
            <a:ext cx="838200" cy="158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 rot="5400000">
            <a:off x="2439194" y="4342606"/>
            <a:ext cx="914400" cy="158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Elbow Connector 168"/>
          <p:cNvCxnSpPr>
            <a:stCxn id="271" idx="2"/>
          </p:cNvCxnSpPr>
          <p:nvPr/>
        </p:nvCxnSpPr>
        <p:spPr>
          <a:xfrm rot="16200000" flipH="1">
            <a:off x="4805680" y="4119880"/>
            <a:ext cx="825500" cy="53594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>
            <a:off x="3048000" y="1676400"/>
            <a:ext cx="15240" cy="121031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Elbow Connector 181"/>
          <p:cNvCxnSpPr>
            <a:stCxn id="8" idx="2"/>
            <a:endCxn id="217" idx="6"/>
          </p:cNvCxnSpPr>
          <p:nvPr/>
        </p:nvCxnSpPr>
        <p:spPr>
          <a:xfrm rot="16200000" flipH="1">
            <a:off x="1996440" y="1965960"/>
            <a:ext cx="1049020" cy="673100"/>
          </a:xfrm>
          <a:prstGeom prst="bentConnector3">
            <a:avLst>
              <a:gd name="adj1" fmla="val 8232"/>
            </a:avLst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/>
          <p:nvPr/>
        </p:nvCxnSpPr>
        <p:spPr>
          <a:xfrm>
            <a:off x="2667000" y="1676400"/>
            <a:ext cx="381000" cy="158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>
          <a:xfrm rot="5400000">
            <a:off x="2439194" y="1980406"/>
            <a:ext cx="1676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 rot="5400000">
            <a:off x="2439194" y="2056606"/>
            <a:ext cx="152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/>
          <p:nvPr/>
        </p:nvCxnSpPr>
        <p:spPr>
          <a:xfrm>
            <a:off x="2667000" y="1295400"/>
            <a:ext cx="533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/>
          <p:nvPr/>
        </p:nvCxnSpPr>
        <p:spPr>
          <a:xfrm>
            <a:off x="2667000" y="11430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4406900" y="2895600"/>
            <a:ext cx="1295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D6 D7 D26 D27 </a:t>
            </a:r>
            <a:endParaRPr lang="en-US" sz="1100" dirty="0"/>
          </a:p>
        </p:txBody>
      </p:sp>
      <p:sp>
        <p:nvSpPr>
          <p:cNvPr id="206" name="TextBox 205"/>
          <p:cNvSpPr txBox="1"/>
          <p:nvPr/>
        </p:nvSpPr>
        <p:spPr>
          <a:xfrm>
            <a:off x="1790700" y="3937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IBT_2</a:t>
            </a:r>
            <a:endParaRPr lang="en-US" b="1" dirty="0"/>
          </a:p>
        </p:txBody>
      </p:sp>
      <p:sp>
        <p:nvSpPr>
          <p:cNvPr id="207" name="TextBox 206"/>
          <p:cNvSpPr txBox="1"/>
          <p:nvPr/>
        </p:nvSpPr>
        <p:spPr>
          <a:xfrm>
            <a:off x="4953000" y="4064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IBT_2</a:t>
            </a:r>
            <a:endParaRPr lang="en-US" b="1" dirty="0"/>
          </a:p>
        </p:txBody>
      </p:sp>
      <p:sp>
        <p:nvSpPr>
          <p:cNvPr id="210" name="TextBox 209"/>
          <p:cNvSpPr txBox="1"/>
          <p:nvPr/>
        </p:nvSpPr>
        <p:spPr>
          <a:xfrm>
            <a:off x="2590800" y="50292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IBT_2</a:t>
            </a:r>
            <a:endParaRPr lang="en-US" b="1" dirty="0"/>
          </a:p>
        </p:txBody>
      </p:sp>
      <p:sp>
        <p:nvSpPr>
          <p:cNvPr id="211" name="TextBox 210"/>
          <p:cNvSpPr txBox="1"/>
          <p:nvPr/>
        </p:nvSpPr>
        <p:spPr>
          <a:xfrm>
            <a:off x="5334000" y="50292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IBT_2</a:t>
            </a:r>
            <a:endParaRPr lang="en-US" b="1" dirty="0"/>
          </a:p>
        </p:txBody>
      </p:sp>
      <p:cxnSp>
        <p:nvCxnSpPr>
          <p:cNvPr id="213" name="Straight Connector 212"/>
          <p:cNvCxnSpPr/>
          <p:nvPr/>
        </p:nvCxnSpPr>
        <p:spPr>
          <a:xfrm>
            <a:off x="6781800" y="5410200"/>
            <a:ext cx="381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/>
          <p:cNvSpPr txBox="1"/>
          <p:nvPr/>
        </p:nvSpPr>
        <p:spPr>
          <a:xfrm>
            <a:off x="5168900" y="5410200"/>
            <a:ext cx="8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B+   B-</a:t>
            </a:r>
            <a:endParaRPr lang="en-US" sz="1100" dirty="0"/>
          </a:p>
        </p:txBody>
      </p:sp>
      <p:sp>
        <p:nvSpPr>
          <p:cNvPr id="235" name="Rectangle 234"/>
          <p:cNvSpPr/>
          <p:nvPr/>
        </p:nvSpPr>
        <p:spPr>
          <a:xfrm>
            <a:off x="6477000" y="3721100"/>
            <a:ext cx="685800" cy="381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Rectangle 235"/>
          <p:cNvSpPr/>
          <p:nvPr/>
        </p:nvSpPr>
        <p:spPr>
          <a:xfrm>
            <a:off x="6248400" y="2286000"/>
            <a:ext cx="1371600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TextBox 236"/>
          <p:cNvSpPr txBox="1"/>
          <p:nvPr/>
        </p:nvSpPr>
        <p:spPr>
          <a:xfrm>
            <a:off x="6629400" y="2667000"/>
            <a:ext cx="6096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 smtClean="0"/>
              <a:t>MUL</a:t>
            </a:r>
            <a:endParaRPr lang="en-US" sz="1500" b="1" dirty="0"/>
          </a:p>
        </p:txBody>
      </p:sp>
      <p:cxnSp>
        <p:nvCxnSpPr>
          <p:cNvPr id="242" name="Straight Connector 241"/>
          <p:cNvCxnSpPr/>
          <p:nvPr/>
        </p:nvCxnSpPr>
        <p:spPr>
          <a:xfrm>
            <a:off x="5257800" y="3505200"/>
            <a:ext cx="762000" cy="158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/>
          <p:cNvSpPr txBox="1"/>
          <p:nvPr/>
        </p:nvSpPr>
        <p:spPr>
          <a:xfrm>
            <a:off x="6248400" y="2971800"/>
            <a:ext cx="1600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          CH0            CH1</a:t>
            </a:r>
            <a:endParaRPr lang="en-US" sz="1100" dirty="0"/>
          </a:p>
        </p:txBody>
      </p:sp>
      <p:cxnSp>
        <p:nvCxnSpPr>
          <p:cNvPr id="245" name="Straight Connector 244"/>
          <p:cNvCxnSpPr/>
          <p:nvPr/>
        </p:nvCxnSpPr>
        <p:spPr>
          <a:xfrm rot="5400000">
            <a:off x="6451600" y="3429000"/>
            <a:ext cx="533400" cy="1588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/>
          <p:cNvCxnSpPr/>
          <p:nvPr/>
        </p:nvCxnSpPr>
        <p:spPr>
          <a:xfrm rot="5400000">
            <a:off x="6604000" y="3454400"/>
            <a:ext cx="533400" cy="15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/>
          <p:nvPr/>
        </p:nvCxnSpPr>
        <p:spPr>
          <a:xfrm rot="5400000">
            <a:off x="7125494" y="3440906"/>
            <a:ext cx="533400" cy="1588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/>
          <p:nvPr/>
        </p:nvCxnSpPr>
        <p:spPr>
          <a:xfrm rot="5400000">
            <a:off x="7265194" y="3428206"/>
            <a:ext cx="533400" cy="15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Rectangle 252"/>
          <p:cNvSpPr/>
          <p:nvPr/>
        </p:nvSpPr>
        <p:spPr>
          <a:xfrm>
            <a:off x="6248400" y="1600200"/>
            <a:ext cx="533400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2" name="Straight Connector 261"/>
          <p:cNvCxnSpPr/>
          <p:nvPr/>
        </p:nvCxnSpPr>
        <p:spPr>
          <a:xfrm>
            <a:off x="4338320" y="2590800"/>
            <a:ext cx="1917700" cy="1588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/>
          <p:cNvCxnSpPr/>
          <p:nvPr/>
        </p:nvCxnSpPr>
        <p:spPr>
          <a:xfrm>
            <a:off x="4191000" y="2438400"/>
            <a:ext cx="2057400" cy="15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/>
          <p:cNvCxnSpPr/>
          <p:nvPr/>
        </p:nvCxnSpPr>
        <p:spPr>
          <a:xfrm rot="5400000">
            <a:off x="4234974" y="2691606"/>
            <a:ext cx="203200" cy="1588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/>
          <p:cNvCxnSpPr/>
          <p:nvPr/>
        </p:nvCxnSpPr>
        <p:spPr>
          <a:xfrm rot="5400000">
            <a:off x="4001295" y="2628105"/>
            <a:ext cx="381000" cy="159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/>
          <p:cNvCxnSpPr/>
          <p:nvPr/>
        </p:nvCxnSpPr>
        <p:spPr>
          <a:xfrm rot="5400000">
            <a:off x="6477000" y="22098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/>
        </p:nvCxnSpPr>
        <p:spPr>
          <a:xfrm rot="5400000">
            <a:off x="6553994" y="2209006"/>
            <a:ext cx="152400" cy="15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/>
          <p:cNvCxnSpPr/>
          <p:nvPr/>
        </p:nvCxnSpPr>
        <p:spPr>
          <a:xfrm rot="5400000">
            <a:off x="7163594" y="2209006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/>
          <p:cNvCxnSpPr/>
          <p:nvPr/>
        </p:nvCxnSpPr>
        <p:spPr>
          <a:xfrm rot="5400000">
            <a:off x="7239794" y="2209006"/>
            <a:ext cx="152400" cy="15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TextBox 280"/>
          <p:cNvSpPr txBox="1"/>
          <p:nvPr/>
        </p:nvSpPr>
        <p:spPr>
          <a:xfrm>
            <a:off x="6172200" y="233172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SDA</a:t>
            </a:r>
          </a:p>
          <a:p>
            <a:r>
              <a:rPr lang="en-US" sz="900" dirty="0" smtClean="0"/>
              <a:t>SCL</a:t>
            </a:r>
            <a:endParaRPr lang="en-US" sz="900" dirty="0"/>
          </a:p>
        </p:txBody>
      </p:sp>
      <p:sp>
        <p:nvSpPr>
          <p:cNvPr id="282" name="TextBox 281"/>
          <p:cNvSpPr txBox="1"/>
          <p:nvPr/>
        </p:nvSpPr>
        <p:spPr>
          <a:xfrm>
            <a:off x="6103620" y="2247900"/>
            <a:ext cx="1600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          CH2           CH3</a:t>
            </a:r>
            <a:endParaRPr lang="en-US" sz="1100" dirty="0"/>
          </a:p>
        </p:txBody>
      </p:sp>
      <p:sp>
        <p:nvSpPr>
          <p:cNvPr id="283" name="TextBox 282"/>
          <p:cNvSpPr txBox="1"/>
          <p:nvPr/>
        </p:nvSpPr>
        <p:spPr>
          <a:xfrm>
            <a:off x="6537960" y="3695700"/>
            <a:ext cx="76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SCL  SDA</a:t>
            </a:r>
            <a:endParaRPr lang="en-US" sz="800" dirty="0"/>
          </a:p>
        </p:txBody>
      </p:sp>
      <p:sp>
        <p:nvSpPr>
          <p:cNvPr id="284" name="TextBox 283"/>
          <p:cNvSpPr txBox="1"/>
          <p:nvPr/>
        </p:nvSpPr>
        <p:spPr>
          <a:xfrm>
            <a:off x="7246620" y="3703320"/>
            <a:ext cx="76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SCL  SDA</a:t>
            </a:r>
            <a:endParaRPr lang="en-US" sz="800" dirty="0"/>
          </a:p>
        </p:txBody>
      </p:sp>
      <p:sp>
        <p:nvSpPr>
          <p:cNvPr id="285" name="TextBox 284"/>
          <p:cNvSpPr txBox="1"/>
          <p:nvPr/>
        </p:nvSpPr>
        <p:spPr>
          <a:xfrm>
            <a:off x="6324600" y="1950720"/>
            <a:ext cx="76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SCL  SDA</a:t>
            </a:r>
            <a:endParaRPr lang="en-US" sz="800" dirty="0"/>
          </a:p>
        </p:txBody>
      </p:sp>
      <p:sp>
        <p:nvSpPr>
          <p:cNvPr id="286" name="TextBox 285"/>
          <p:cNvSpPr txBox="1"/>
          <p:nvPr/>
        </p:nvSpPr>
        <p:spPr>
          <a:xfrm>
            <a:off x="7010400" y="1950720"/>
            <a:ext cx="76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SCL  SDA</a:t>
            </a:r>
            <a:endParaRPr lang="en-US" sz="800" dirty="0"/>
          </a:p>
        </p:txBody>
      </p:sp>
      <p:sp>
        <p:nvSpPr>
          <p:cNvPr id="163" name="TextBox 162"/>
          <p:cNvSpPr txBox="1"/>
          <p:nvPr/>
        </p:nvSpPr>
        <p:spPr>
          <a:xfrm>
            <a:off x="2667000" y="2914650"/>
            <a:ext cx="838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D28 D29 D8 D9</a:t>
            </a:r>
            <a:endParaRPr lang="en-US" sz="800" dirty="0"/>
          </a:p>
        </p:txBody>
      </p:sp>
      <p:sp>
        <p:nvSpPr>
          <p:cNvPr id="183" name="TextBox 182"/>
          <p:cNvSpPr txBox="1"/>
          <p:nvPr/>
        </p:nvSpPr>
        <p:spPr>
          <a:xfrm>
            <a:off x="3352800" y="11430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       +</a:t>
            </a:r>
            <a:endParaRPr lang="en-US" dirty="0"/>
          </a:p>
        </p:txBody>
      </p:sp>
      <p:sp>
        <p:nvSpPr>
          <p:cNvPr id="184" name="TextBox 183"/>
          <p:cNvSpPr txBox="1"/>
          <p:nvPr/>
        </p:nvSpPr>
        <p:spPr>
          <a:xfrm>
            <a:off x="4048125" y="2847975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SDA SCL</a:t>
            </a:r>
            <a:endParaRPr lang="en-US" sz="800" dirty="0"/>
          </a:p>
        </p:txBody>
      </p:sp>
      <p:sp>
        <p:nvSpPr>
          <p:cNvPr id="185" name="TextBox 184"/>
          <p:cNvSpPr txBox="1"/>
          <p:nvPr/>
        </p:nvSpPr>
        <p:spPr>
          <a:xfrm>
            <a:off x="4838700" y="3429000"/>
            <a:ext cx="99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D24</a:t>
            </a:r>
          </a:p>
          <a:p>
            <a:r>
              <a:rPr lang="en-US" sz="1000" dirty="0" smtClean="0"/>
              <a:t> D25</a:t>
            </a:r>
            <a:endParaRPr lang="en-US" sz="1000" dirty="0"/>
          </a:p>
        </p:txBody>
      </p:sp>
      <p:sp>
        <p:nvSpPr>
          <p:cNvPr id="186" name="TextBox 185"/>
          <p:cNvSpPr txBox="1"/>
          <p:nvPr/>
        </p:nvSpPr>
        <p:spPr>
          <a:xfrm>
            <a:off x="6200775" y="27432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VCC</a:t>
            </a:r>
          </a:p>
          <a:p>
            <a:r>
              <a:rPr lang="en-US" sz="900" dirty="0" smtClean="0"/>
              <a:t>GND</a:t>
            </a:r>
            <a:endParaRPr lang="en-US" sz="900" dirty="0"/>
          </a:p>
        </p:txBody>
      </p:sp>
      <p:cxnSp>
        <p:nvCxnSpPr>
          <p:cNvPr id="195" name="Elbow Connector 194"/>
          <p:cNvCxnSpPr>
            <a:stCxn id="203" idx="4"/>
          </p:cNvCxnSpPr>
          <p:nvPr/>
        </p:nvCxnSpPr>
        <p:spPr>
          <a:xfrm flipV="1">
            <a:off x="5309235" y="2838450"/>
            <a:ext cx="986790" cy="371475"/>
          </a:xfrm>
          <a:prstGeom prst="bentConnector3">
            <a:avLst>
              <a:gd name="adj1" fmla="val 14286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lbow Connector 199"/>
          <p:cNvCxnSpPr>
            <a:stCxn id="212" idx="4"/>
          </p:cNvCxnSpPr>
          <p:nvPr/>
        </p:nvCxnSpPr>
        <p:spPr>
          <a:xfrm flipV="1">
            <a:off x="5318760" y="2990851"/>
            <a:ext cx="996315" cy="380999"/>
          </a:xfrm>
          <a:prstGeom prst="bentConnector3">
            <a:avLst>
              <a:gd name="adj1" fmla="val 3088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2"/>
          <p:cNvSpPr/>
          <p:nvPr/>
        </p:nvSpPr>
        <p:spPr>
          <a:xfrm rot="16200000">
            <a:off x="5233035" y="3171825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/>
          <p:cNvSpPr/>
          <p:nvPr/>
        </p:nvSpPr>
        <p:spPr>
          <a:xfrm rot="16200000">
            <a:off x="5242560" y="333375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TextBox 253"/>
          <p:cNvSpPr txBox="1"/>
          <p:nvPr/>
        </p:nvSpPr>
        <p:spPr>
          <a:xfrm>
            <a:off x="6448425" y="1600200"/>
            <a:ext cx="106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VCC </a:t>
            </a:r>
          </a:p>
          <a:p>
            <a:r>
              <a:rPr lang="en-US" sz="1000" dirty="0" smtClean="0"/>
              <a:t>GND</a:t>
            </a:r>
            <a:endParaRPr lang="en-US" sz="1000" dirty="0"/>
          </a:p>
        </p:txBody>
      </p:sp>
      <p:sp>
        <p:nvSpPr>
          <p:cNvPr id="256" name="TextBox 255"/>
          <p:cNvSpPr txBox="1"/>
          <p:nvPr/>
        </p:nvSpPr>
        <p:spPr>
          <a:xfrm>
            <a:off x="7010400" y="1609725"/>
            <a:ext cx="106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VCC </a:t>
            </a:r>
          </a:p>
          <a:p>
            <a:r>
              <a:rPr lang="en-US" sz="1000" dirty="0" smtClean="0"/>
              <a:t>GND</a:t>
            </a:r>
            <a:endParaRPr lang="en-US" sz="1000" dirty="0"/>
          </a:p>
        </p:txBody>
      </p:sp>
      <p:sp>
        <p:nvSpPr>
          <p:cNvPr id="260" name="TextBox 259"/>
          <p:cNvSpPr txBox="1"/>
          <p:nvPr/>
        </p:nvSpPr>
        <p:spPr>
          <a:xfrm>
            <a:off x="6496050" y="3886200"/>
            <a:ext cx="1066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VCC GND</a:t>
            </a:r>
            <a:endParaRPr lang="en-US" sz="1000" dirty="0"/>
          </a:p>
        </p:txBody>
      </p:sp>
      <p:sp>
        <p:nvSpPr>
          <p:cNvPr id="261" name="TextBox 260"/>
          <p:cNvSpPr txBox="1"/>
          <p:nvPr/>
        </p:nvSpPr>
        <p:spPr>
          <a:xfrm>
            <a:off x="7286625" y="3886200"/>
            <a:ext cx="1066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GND VCC</a:t>
            </a:r>
            <a:endParaRPr lang="en-US" sz="1000" dirty="0"/>
          </a:p>
        </p:txBody>
      </p:sp>
      <p:cxnSp>
        <p:nvCxnSpPr>
          <p:cNvPr id="266" name="Straight Connector 265"/>
          <p:cNvCxnSpPr/>
          <p:nvPr/>
        </p:nvCxnSpPr>
        <p:spPr>
          <a:xfrm>
            <a:off x="6934200" y="4248150"/>
            <a:ext cx="609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/>
          <p:cNvCxnSpPr/>
          <p:nvPr/>
        </p:nvCxnSpPr>
        <p:spPr>
          <a:xfrm rot="5400000">
            <a:off x="6858794" y="4171156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/>
          <p:cNvCxnSpPr/>
          <p:nvPr/>
        </p:nvCxnSpPr>
        <p:spPr>
          <a:xfrm rot="5400000">
            <a:off x="7477125" y="4181475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/>
          <p:cNvCxnSpPr/>
          <p:nvPr/>
        </p:nvCxnSpPr>
        <p:spPr>
          <a:xfrm rot="5400000">
            <a:off x="6963569" y="4371181"/>
            <a:ext cx="24765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/>
          <p:cNvCxnSpPr/>
          <p:nvPr/>
        </p:nvCxnSpPr>
        <p:spPr>
          <a:xfrm>
            <a:off x="6772275" y="1752600"/>
            <a:ext cx="3048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/>
          <p:cNvCxnSpPr/>
          <p:nvPr/>
        </p:nvCxnSpPr>
        <p:spPr>
          <a:xfrm>
            <a:off x="6762750" y="1885950"/>
            <a:ext cx="3048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TextBox 288"/>
          <p:cNvSpPr txBox="1"/>
          <p:nvPr/>
        </p:nvSpPr>
        <p:spPr>
          <a:xfrm>
            <a:off x="6781800" y="1562100"/>
            <a:ext cx="30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+</a:t>
            </a:r>
          </a:p>
          <a:p>
            <a:endParaRPr lang="en-US" sz="1000" dirty="0" smtClean="0"/>
          </a:p>
          <a:p>
            <a:r>
              <a:rPr lang="en-US" sz="1000" dirty="0" smtClean="0"/>
              <a:t>-</a:t>
            </a:r>
            <a:endParaRPr lang="en-US" sz="1000" dirty="0"/>
          </a:p>
        </p:txBody>
      </p:sp>
      <p:sp>
        <p:nvSpPr>
          <p:cNvPr id="290" name="TextBox 289"/>
          <p:cNvSpPr txBox="1"/>
          <p:nvPr/>
        </p:nvSpPr>
        <p:spPr>
          <a:xfrm>
            <a:off x="2647950" y="3648075"/>
            <a:ext cx="685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D22 D23</a:t>
            </a:r>
            <a:endParaRPr lang="en-US" sz="1100" dirty="0"/>
          </a:p>
        </p:txBody>
      </p:sp>
      <p:cxnSp>
        <p:nvCxnSpPr>
          <p:cNvPr id="292" name="Straight Connector 291"/>
          <p:cNvCxnSpPr/>
          <p:nvPr/>
        </p:nvCxnSpPr>
        <p:spPr>
          <a:xfrm rot="5400000">
            <a:off x="6544469" y="4256881"/>
            <a:ext cx="32385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/>
          <p:cNvCxnSpPr/>
          <p:nvPr/>
        </p:nvCxnSpPr>
        <p:spPr>
          <a:xfrm rot="5400000">
            <a:off x="7601744" y="4247356"/>
            <a:ext cx="3429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/>
          <p:cNvCxnSpPr/>
          <p:nvPr/>
        </p:nvCxnSpPr>
        <p:spPr>
          <a:xfrm>
            <a:off x="6705600" y="4419600"/>
            <a:ext cx="10668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/>
          <p:cNvCxnSpPr/>
          <p:nvPr/>
        </p:nvCxnSpPr>
        <p:spPr>
          <a:xfrm rot="5400000">
            <a:off x="7524750" y="4457700"/>
            <a:ext cx="762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TextBox 307"/>
          <p:cNvSpPr txBox="1"/>
          <p:nvPr/>
        </p:nvSpPr>
        <p:spPr>
          <a:xfrm>
            <a:off x="5562600" y="2695575"/>
            <a:ext cx="304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5V</a:t>
            </a:r>
            <a:endParaRPr lang="en-US" sz="800" dirty="0"/>
          </a:p>
        </p:txBody>
      </p:sp>
      <p:sp>
        <p:nvSpPr>
          <p:cNvPr id="310" name="TextBox 309"/>
          <p:cNvSpPr txBox="1"/>
          <p:nvPr/>
        </p:nvSpPr>
        <p:spPr>
          <a:xfrm>
            <a:off x="8464060" y="2362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12V</a:t>
            </a:r>
            <a:endParaRPr lang="en-US" dirty="0"/>
          </a:p>
        </p:txBody>
      </p:sp>
      <p:sp>
        <p:nvSpPr>
          <p:cNvPr id="311" name="TextBox 310"/>
          <p:cNvSpPr txBox="1"/>
          <p:nvPr/>
        </p:nvSpPr>
        <p:spPr>
          <a:xfrm rot="5400000">
            <a:off x="8322305" y="2879095"/>
            <a:ext cx="838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Battery</a:t>
            </a:r>
            <a:endParaRPr lang="en-US" sz="1100" dirty="0"/>
          </a:p>
        </p:txBody>
      </p:sp>
      <p:sp>
        <p:nvSpPr>
          <p:cNvPr id="312" name="TextBox 311"/>
          <p:cNvSpPr txBox="1"/>
          <p:nvPr/>
        </p:nvSpPr>
        <p:spPr>
          <a:xfrm>
            <a:off x="7233140" y="1648264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ENC</a:t>
            </a:r>
            <a:endParaRPr lang="en-US" sz="1200" b="1" dirty="0"/>
          </a:p>
        </p:txBody>
      </p:sp>
      <p:sp>
        <p:nvSpPr>
          <p:cNvPr id="313" name="TextBox 312"/>
          <p:cNvSpPr txBox="1"/>
          <p:nvPr/>
        </p:nvSpPr>
        <p:spPr>
          <a:xfrm>
            <a:off x="6166340" y="1600200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ENC</a:t>
            </a:r>
            <a:endParaRPr lang="en-US" sz="1200" b="1" dirty="0"/>
          </a:p>
        </p:txBody>
      </p:sp>
      <p:sp>
        <p:nvSpPr>
          <p:cNvPr id="314" name="TextBox 313"/>
          <p:cNvSpPr txBox="1"/>
          <p:nvPr/>
        </p:nvSpPr>
        <p:spPr>
          <a:xfrm>
            <a:off x="7543800" y="3471204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ENC</a:t>
            </a:r>
            <a:endParaRPr lang="en-US" sz="1200" b="1" dirty="0"/>
          </a:p>
        </p:txBody>
      </p:sp>
      <p:sp>
        <p:nvSpPr>
          <p:cNvPr id="315" name="TextBox 314"/>
          <p:cNvSpPr txBox="1"/>
          <p:nvPr/>
        </p:nvSpPr>
        <p:spPr>
          <a:xfrm>
            <a:off x="6298812" y="4046808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ENC</a:t>
            </a:r>
            <a:endParaRPr lang="en-US" sz="1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122</Words>
  <Application>Microsoft Office PowerPoint</Application>
  <PresentationFormat>On-screen Show (4:3)</PresentationFormat>
  <Paragraphs>77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FULL CIRCUIT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CIRCUIT</dc:title>
  <dc:creator>HP</dc:creator>
  <cp:lastModifiedBy>HP</cp:lastModifiedBy>
  <cp:revision>5</cp:revision>
  <dcterms:created xsi:type="dcterms:W3CDTF">2006-08-16T00:00:00Z</dcterms:created>
  <dcterms:modified xsi:type="dcterms:W3CDTF">2026-05-20T09:34:50Z</dcterms:modified>
</cp:coreProperties>
</file>